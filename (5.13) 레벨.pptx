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39AC3C-0530-4E6B-900B-8AACC9C0FDA0}" v="9" dt="2026-05-13T06:16:09.7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83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 sldOrd">
      <pc:chgData name="musukie52@gmail.com" userId="017bd91f96aa8751" providerId="LiveId" clId="{5B2C3894-F97E-4CAB-8812-5BB4D83AAC6A}" dt="2026-05-13T06:54:55.363" v="11963" actId="20577"/>
      <pc:docMkLst>
        <pc:docMk/>
      </pc:docMkLst>
      <pc:sldChg chg="new del">
        <pc:chgData name="musukie52@gmail.com" userId="017bd91f96aa8751" providerId="LiveId" clId="{5B2C3894-F97E-4CAB-8812-5BB4D83AAC6A}" dt="2026-05-13T05:01:45.513" v="2" actId="47"/>
        <pc:sldMkLst>
          <pc:docMk/>
          <pc:sldMk cId="1799856730" sldId="256"/>
        </pc:sldMkLst>
      </pc:sldChg>
      <pc:sldChg chg="modSp new mod">
        <pc:chgData name="musukie52@gmail.com" userId="017bd91f96aa8751" providerId="LiveId" clId="{5B2C3894-F97E-4CAB-8812-5BB4D83AAC6A}" dt="2026-05-13T05:11:44.051" v="579" actId="20577"/>
        <pc:sldMkLst>
          <pc:docMk/>
          <pc:sldMk cId="3036340656" sldId="257"/>
        </pc:sldMkLst>
        <pc:spChg chg="mod">
          <ac:chgData name="musukie52@gmail.com" userId="017bd91f96aa8751" providerId="LiveId" clId="{5B2C3894-F97E-4CAB-8812-5BB4D83AAC6A}" dt="2026-05-13T05:03:26.959" v="27" actId="20577"/>
          <ac:spMkLst>
            <pc:docMk/>
            <pc:sldMk cId="3036340656" sldId="257"/>
            <ac:spMk id="2" creationId="{D9B465AF-D0D9-306B-69ED-4B1B369F395B}"/>
          </ac:spMkLst>
        </pc:spChg>
        <pc:spChg chg="mod">
          <ac:chgData name="musukie52@gmail.com" userId="017bd91f96aa8751" providerId="LiveId" clId="{5B2C3894-F97E-4CAB-8812-5BB4D83AAC6A}" dt="2026-05-13T05:11:44.051" v="579" actId="20577"/>
          <ac:spMkLst>
            <pc:docMk/>
            <pc:sldMk cId="3036340656" sldId="257"/>
            <ac:spMk id="3" creationId="{D232BC24-1256-8906-1869-F55C192E038A}"/>
          </ac:spMkLst>
        </pc:spChg>
      </pc:sldChg>
      <pc:sldChg chg="modSp new mod">
        <pc:chgData name="musukie52@gmail.com" userId="017bd91f96aa8751" providerId="LiveId" clId="{5B2C3894-F97E-4CAB-8812-5BB4D83AAC6A}" dt="2026-05-13T05:24:29.410" v="1586" actId="27636"/>
        <pc:sldMkLst>
          <pc:docMk/>
          <pc:sldMk cId="3063326213" sldId="258"/>
        </pc:sldMkLst>
        <pc:spChg chg="mod">
          <ac:chgData name="musukie52@gmail.com" userId="017bd91f96aa8751" providerId="LiveId" clId="{5B2C3894-F97E-4CAB-8812-5BB4D83AAC6A}" dt="2026-05-13T05:15:54.990" v="596" actId="20577"/>
          <ac:spMkLst>
            <pc:docMk/>
            <pc:sldMk cId="3063326213" sldId="258"/>
            <ac:spMk id="2" creationId="{AADB7608-A4CB-0CF5-46B7-0658D6A96D78}"/>
          </ac:spMkLst>
        </pc:spChg>
        <pc:spChg chg="mod">
          <ac:chgData name="musukie52@gmail.com" userId="017bd91f96aa8751" providerId="LiveId" clId="{5B2C3894-F97E-4CAB-8812-5BB4D83AAC6A}" dt="2026-05-13T05:24:29.410" v="1586" actId="27636"/>
          <ac:spMkLst>
            <pc:docMk/>
            <pc:sldMk cId="3063326213" sldId="258"/>
            <ac:spMk id="3" creationId="{71150054-273A-EE20-E7A1-2E4115987A5B}"/>
          </ac:spMkLst>
        </pc:spChg>
      </pc:sldChg>
      <pc:sldChg chg="addSp delSp new mod">
        <pc:chgData name="musukie52@gmail.com" userId="017bd91f96aa8751" providerId="LiveId" clId="{5B2C3894-F97E-4CAB-8812-5BB4D83AAC6A}" dt="2026-05-13T05:23:32.204" v="1397" actId="22"/>
        <pc:sldMkLst>
          <pc:docMk/>
          <pc:sldMk cId="3249326489" sldId="259"/>
        </pc:sldMkLst>
        <pc:spChg chg="del">
          <ac:chgData name="musukie52@gmail.com" userId="017bd91f96aa8751" providerId="LiveId" clId="{5B2C3894-F97E-4CAB-8812-5BB4D83AAC6A}" dt="2026-05-13T05:23:30.933" v="1396" actId="478"/>
          <ac:spMkLst>
            <pc:docMk/>
            <pc:sldMk cId="3249326489" sldId="259"/>
            <ac:spMk id="2" creationId="{6DBA453F-A5D6-7F57-3971-64829737974E}"/>
          </ac:spMkLst>
        </pc:spChg>
        <pc:spChg chg="del">
          <ac:chgData name="musukie52@gmail.com" userId="017bd91f96aa8751" providerId="LiveId" clId="{5B2C3894-F97E-4CAB-8812-5BB4D83AAC6A}" dt="2026-05-13T05:23:30.933" v="1396" actId="478"/>
          <ac:spMkLst>
            <pc:docMk/>
            <pc:sldMk cId="3249326489" sldId="259"/>
            <ac:spMk id="3" creationId="{70EC0277-7036-1BCC-AB04-8D72C92DEAE1}"/>
          </ac:spMkLst>
        </pc:spChg>
        <pc:picChg chg="add">
          <ac:chgData name="musukie52@gmail.com" userId="017bd91f96aa8751" providerId="LiveId" clId="{5B2C3894-F97E-4CAB-8812-5BB4D83AAC6A}" dt="2026-05-13T05:23:32.204" v="1397" actId="22"/>
          <ac:picMkLst>
            <pc:docMk/>
            <pc:sldMk cId="3249326489" sldId="259"/>
            <ac:picMk id="5" creationId="{15D2D984-F62F-2A1C-E342-39A3009C2D32}"/>
          </ac:picMkLst>
        </pc:picChg>
      </pc:sldChg>
      <pc:sldChg chg="modSp new mod">
        <pc:chgData name="musukie52@gmail.com" userId="017bd91f96aa8751" providerId="LiveId" clId="{5B2C3894-F97E-4CAB-8812-5BB4D83AAC6A}" dt="2026-05-13T05:34:37.069" v="2283" actId="20577"/>
        <pc:sldMkLst>
          <pc:docMk/>
          <pc:sldMk cId="2018400797" sldId="260"/>
        </pc:sldMkLst>
        <pc:spChg chg="mod">
          <ac:chgData name="musukie52@gmail.com" userId="017bd91f96aa8751" providerId="LiveId" clId="{5B2C3894-F97E-4CAB-8812-5BB4D83AAC6A}" dt="2026-05-13T05:31:57.253" v="1593" actId="20577"/>
          <ac:spMkLst>
            <pc:docMk/>
            <pc:sldMk cId="2018400797" sldId="260"/>
            <ac:spMk id="2" creationId="{414AB5EE-4624-8C32-63A4-F75F9B9E3CE6}"/>
          </ac:spMkLst>
        </pc:spChg>
        <pc:spChg chg="mod">
          <ac:chgData name="musukie52@gmail.com" userId="017bd91f96aa8751" providerId="LiveId" clId="{5B2C3894-F97E-4CAB-8812-5BB4D83AAC6A}" dt="2026-05-13T05:34:37.069" v="2283" actId="20577"/>
          <ac:spMkLst>
            <pc:docMk/>
            <pc:sldMk cId="2018400797" sldId="260"/>
            <ac:spMk id="3" creationId="{14EF76EA-A5F5-9FC7-726D-2B4397E6D6C5}"/>
          </ac:spMkLst>
        </pc:spChg>
      </pc:sldChg>
      <pc:sldChg chg="modSp new mod">
        <pc:chgData name="musukie52@gmail.com" userId="017bd91f96aa8751" providerId="LiveId" clId="{5B2C3894-F97E-4CAB-8812-5BB4D83AAC6A}" dt="2026-05-13T05:38:35.695" v="2972" actId="27636"/>
        <pc:sldMkLst>
          <pc:docMk/>
          <pc:sldMk cId="2618567078" sldId="261"/>
        </pc:sldMkLst>
        <pc:spChg chg="mod">
          <ac:chgData name="musukie52@gmail.com" userId="017bd91f96aa8751" providerId="LiveId" clId="{5B2C3894-F97E-4CAB-8812-5BB4D83AAC6A}" dt="2026-05-13T05:33:46.239" v="2025" actId="20577"/>
          <ac:spMkLst>
            <pc:docMk/>
            <pc:sldMk cId="2618567078" sldId="261"/>
            <ac:spMk id="2" creationId="{BE732DE1-D2A4-CBFD-A83D-3657859E906C}"/>
          </ac:spMkLst>
        </pc:spChg>
        <pc:spChg chg="mod">
          <ac:chgData name="musukie52@gmail.com" userId="017bd91f96aa8751" providerId="LiveId" clId="{5B2C3894-F97E-4CAB-8812-5BB4D83AAC6A}" dt="2026-05-13T05:38:35.695" v="2972" actId="27636"/>
          <ac:spMkLst>
            <pc:docMk/>
            <pc:sldMk cId="2618567078" sldId="261"/>
            <ac:spMk id="3" creationId="{F8EA4A3B-4D83-3EE6-2E13-47D81AEF1845}"/>
          </ac:spMkLst>
        </pc:spChg>
      </pc:sldChg>
      <pc:sldChg chg="addSp modSp new mod">
        <pc:chgData name="musukie52@gmail.com" userId="017bd91f96aa8751" providerId="LiveId" clId="{5B2C3894-F97E-4CAB-8812-5BB4D83AAC6A}" dt="2026-05-13T05:39:10.910" v="2995" actId="1076"/>
        <pc:sldMkLst>
          <pc:docMk/>
          <pc:sldMk cId="3151755908" sldId="262"/>
        </pc:sldMkLst>
        <pc:spChg chg="mod">
          <ac:chgData name="musukie52@gmail.com" userId="017bd91f96aa8751" providerId="LiveId" clId="{5B2C3894-F97E-4CAB-8812-5BB4D83AAC6A}" dt="2026-05-13T05:38:42.748" v="2991" actId="20577"/>
          <ac:spMkLst>
            <pc:docMk/>
            <pc:sldMk cId="3151755908" sldId="262"/>
            <ac:spMk id="2" creationId="{A8E17E0F-4BAD-33C1-A7F0-2654E8698938}"/>
          </ac:spMkLst>
        </pc:spChg>
        <pc:spChg chg="mod">
          <ac:chgData name="musukie52@gmail.com" userId="017bd91f96aa8751" providerId="LiveId" clId="{5B2C3894-F97E-4CAB-8812-5BB4D83AAC6A}" dt="2026-05-13T05:38:44.203" v="2992" actId="20577"/>
          <ac:spMkLst>
            <pc:docMk/>
            <pc:sldMk cId="3151755908" sldId="262"/>
            <ac:spMk id="3" creationId="{C9257A53-B584-D86A-EC14-8E857271F9D5}"/>
          </ac:spMkLst>
        </pc:spChg>
        <pc:picChg chg="add mod">
          <ac:chgData name="musukie52@gmail.com" userId="017bd91f96aa8751" providerId="LiveId" clId="{5B2C3894-F97E-4CAB-8812-5BB4D83AAC6A}" dt="2026-05-13T05:39:10.910" v="2995" actId="1076"/>
          <ac:picMkLst>
            <pc:docMk/>
            <pc:sldMk cId="3151755908" sldId="262"/>
            <ac:picMk id="5" creationId="{12FF3C1E-6148-F3D7-F88C-221D3D377077}"/>
          </ac:picMkLst>
        </pc:picChg>
      </pc:sldChg>
      <pc:sldChg chg="modSp new mod">
        <pc:chgData name="musukie52@gmail.com" userId="017bd91f96aa8751" providerId="LiveId" clId="{5B2C3894-F97E-4CAB-8812-5BB4D83AAC6A}" dt="2026-05-13T05:48:01.872" v="3680" actId="20577"/>
        <pc:sldMkLst>
          <pc:docMk/>
          <pc:sldMk cId="2508242046" sldId="263"/>
        </pc:sldMkLst>
        <pc:spChg chg="mod">
          <ac:chgData name="musukie52@gmail.com" userId="017bd91f96aa8751" providerId="LiveId" clId="{5B2C3894-F97E-4CAB-8812-5BB4D83AAC6A}" dt="2026-05-13T05:43:47.206" v="3114" actId="20577"/>
          <ac:spMkLst>
            <pc:docMk/>
            <pc:sldMk cId="2508242046" sldId="263"/>
            <ac:spMk id="2" creationId="{C3C9B3A3-F2B1-7CCA-53D2-8E98218F2698}"/>
          </ac:spMkLst>
        </pc:spChg>
        <pc:spChg chg="mod">
          <ac:chgData name="musukie52@gmail.com" userId="017bd91f96aa8751" providerId="LiveId" clId="{5B2C3894-F97E-4CAB-8812-5BB4D83AAC6A}" dt="2026-05-13T05:48:01.872" v="3680" actId="20577"/>
          <ac:spMkLst>
            <pc:docMk/>
            <pc:sldMk cId="2508242046" sldId="263"/>
            <ac:spMk id="3" creationId="{B2809EE5-CE1D-2F7C-8625-47F28B80CDF5}"/>
          </ac:spMkLst>
        </pc:spChg>
      </pc:sldChg>
      <pc:sldChg chg="modSp new mod">
        <pc:chgData name="musukie52@gmail.com" userId="017bd91f96aa8751" providerId="LiveId" clId="{5B2C3894-F97E-4CAB-8812-5BB4D83AAC6A}" dt="2026-05-13T05:53:02.398" v="4362" actId="20577"/>
        <pc:sldMkLst>
          <pc:docMk/>
          <pc:sldMk cId="2852317617" sldId="264"/>
        </pc:sldMkLst>
        <pc:spChg chg="mod">
          <ac:chgData name="musukie52@gmail.com" userId="017bd91f96aa8751" providerId="LiveId" clId="{5B2C3894-F97E-4CAB-8812-5BB4D83AAC6A}" dt="2026-05-13T05:50:13.871" v="3706" actId="20577"/>
          <ac:spMkLst>
            <pc:docMk/>
            <pc:sldMk cId="2852317617" sldId="264"/>
            <ac:spMk id="2" creationId="{B8A90446-7CDB-D4D4-6AF4-6E552F862948}"/>
          </ac:spMkLst>
        </pc:spChg>
        <pc:spChg chg="mod">
          <ac:chgData name="musukie52@gmail.com" userId="017bd91f96aa8751" providerId="LiveId" clId="{5B2C3894-F97E-4CAB-8812-5BB4D83AAC6A}" dt="2026-05-13T05:53:02.398" v="4362" actId="20577"/>
          <ac:spMkLst>
            <pc:docMk/>
            <pc:sldMk cId="2852317617" sldId="264"/>
            <ac:spMk id="3" creationId="{719D498A-23DD-7617-77D1-A7BD5D6CE769}"/>
          </ac:spMkLst>
        </pc:spChg>
      </pc:sldChg>
      <pc:sldChg chg="modSp new mod">
        <pc:chgData name="musukie52@gmail.com" userId="017bd91f96aa8751" providerId="LiveId" clId="{5B2C3894-F97E-4CAB-8812-5BB4D83AAC6A}" dt="2026-05-13T05:58:56.030" v="5353" actId="20577"/>
        <pc:sldMkLst>
          <pc:docMk/>
          <pc:sldMk cId="1391112428" sldId="265"/>
        </pc:sldMkLst>
        <pc:spChg chg="mod">
          <ac:chgData name="musukie52@gmail.com" userId="017bd91f96aa8751" providerId="LiveId" clId="{5B2C3894-F97E-4CAB-8812-5BB4D83AAC6A}" dt="2026-05-13T05:55:50.774" v="4388" actId="20577"/>
          <ac:spMkLst>
            <pc:docMk/>
            <pc:sldMk cId="1391112428" sldId="265"/>
            <ac:spMk id="2" creationId="{3DE50C59-D76C-E4F5-9312-3D5F8F6C3E02}"/>
          </ac:spMkLst>
        </pc:spChg>
        <pc:spChg chg="mod">
          <ac:chgData name="musukie52@gmail.com" userId="017bd91f96aa8751" providerId="LiveId" clId="{5B2C3894-F97E-4CAB-8812-5BB4D83AAC6A}" dt="2026-05-13T05:58:56.030" v="5353" actId="20577"/>
          <ac:spMkLst>
            <pc:docMk/>
            <pc:sldMk cId="1391112428" sldId="265"/>
            <ac:spMk id="3" creationId="{FE4941DD-E2C5-6AC7-17FD-3C39A028328E}"/>
          </ac:spMkLst>
        </pc:spChg>
      </pc:sldChg>
      <pc:sldChg chg="addSp delSp modSp new mod">
        <pc:chgData name="musukie52@gmail.com" userId="017bd91f96aa8751" providerId="LiveId" clId="{5B2C3894-F97E-4CAB-8812-5BB4D83AAC6A}" dt="2026-05-13T06:02:51.603" v="6133" actId="20577"/>
        <pc:sldMkLst>
          <pc:docMk/>
          <pc:sldMk cId="3336693473" sldId="266"/>
        </pc:sldMkLst>
        <pc:spChg chg="del">
          <ac:chgData name="musukie52@gmail.com" userId="017bd91f96aa8751" providerId="LiveId" clId="{5B2C3894-F97E-4CAB-8812-5BB4D83AAC6A}" dt="2026-05-13T05:59:17.564" v="5355" actId="478"/>
          <ac:spMkLst>
            <pc:docMk/>
            <pc:sldMk cId="3336693473" sldId="266"/>
            <ac:spMk id="2" creationId="{558D7628-72BB-3269-CDE0-85ACD0AD841F}"/>
          </ac:spMkLst>
        </pc:spChg>
        <pc:spChg chg="mod">
          <ac:chgData name="musukie52@gmail.com" userId="017bd91f96aa8751" providerId="LiveId" clId="{5B2C3894-F97E-4CAB-8812-5BB4D83AAC6A}" dt="2026-05-13T06:02:51.603" v="6133" actId="20577"/>
          <ac:spMkLst>
            <pc:docMk/>
            <pc:sldMk cId="3336693473" sldId="266"/>
            <ac:spMk id="3" creationId="{C6228A85-E51C-5881-74B0-B39B051BB7AE}"/>
          </ac:spMkLst>
        </pc:spChg>
        <pc:spChg chg="add mod">
          <ac:chgData name="musukie52@gmail.com" userId="017bd91f96aa8751" providerId="LiveId" clId="{5B2C3894-F97E-4CAB-8812-5BB4D83AAC6A}" dt="2026-05-13T05:59:17.925" v="5356"/>
          <ac:spMkLst>
            <pc:docMk/>
            <pc:sldMk cId="3336693473" sldId="266"/>
            <ac:spMk id="4" creationId="{CAF4F359-90D2-C370-EDB7-967A27D017C7}"/>
          </ac:spMkLst>
        </pc:spChg>
      </pc:sldChg>
      <pc:sldChg chg="modSp add mod">
        <pc:chgData name="musukie52@gmail.com" userId="017bd91f96aa8751" providerId="LiveId" clId="{5B2C3894-F97E-4CAB-8812-5BB4D83AAC6A}" dt="2026-05-13T06:07:33.979" v="7056" actId="20577"/>
        <pc:sldMkLst>
          <pc:docMk/>
          <pc:sldMk cId="2273129824" sldId="267"/>
        </pc:sldMkLst>
        <pc:spChg chg="mod">
          <ac:chgData name="musukie52@gmail.com" userId="017bd91f96aa8751" providerId="LiveId" clId="{5B2C3894-F97E-4CAB-8812-5BB4D83AAC6A}" dt="2026-05-13T06:07:33.979" v="7056" actId="20577"/>
          <ac:spMkLst>
            <pc:docMk/>
            <pc:sldMk cId="2273129824" sldId="267"/>
            <ac:spMk id="3" creationId="{6397A9B0-4309-E5AE-7D52-048CF5B5C5BE}"/>
          </ac:spMkLst>
        </pc:spChg>
      </pc:sldChg>
      <pc:sldChg chg="addSp delSp modSp new add del mod ord">
        <pc:chgData name="musukie52@gmail.com" userId="017bd91f96aa8751" providerId="LiveId" clId="{5B2C3894-F97E-4CAB-8812-5BB4D83AAC6A}" dt="2026-05-13T06:16:04.739" v="8516" actId="20577"/>
        <pc:sldMkLst>
          <pc:docMk/>
          <pc:sldMk cId="919262126" sldId="268"/>
        </pc:sldMkLst>
        <pc:spChg chg="del">
          <ac:chgData name="musukie52@gmail.com" userId="017bd91f96aa8751" providerId="LiveId" clId="{5B2C3894-F97E-4CAB-8812-5BB4D83AAC6A}" dt="2026-05-13T06:07:42.650" v="7058" actId="478"/>
          <ac:spMkLst>
            <pc:docMk/>
            <pc:sldMk cId="919262126" sldId="268"/>
            <ac:spMk id="2" creationId="{6BC6FA41-DA90-1481-3101-367F660E152D}"/>
          </ac:spMkLst>
        </pc:spChg>
        <pc:spChg chg="mod">
          <ac:chgData name="musukie52@gmail.com" userId="017bd91f96aa8751" providerId="LiveId" clId="{5B2C3894-F97E-4CAB-8812-5BB4D83AAC6A}" dt="2026-05-13T06:16:04.739" v="8516" actId="20577"/>
          <ac:spMkLst>
            <pc:docMk/>
            <pc:sldMk cId="919262126" sldId="268"/>
            <ac:spMk id="3" creationId="{869B7215-77A0-6ACE-1EBE-F93F0643900A}"/>
          </ac:spMkLst>
        </pc:spChg>
        <pc:spChg chg="add mod">
          <ac:chgData name="musukie52@gmail.com" userId="017bd91f96aa8751" providerId="LiveId" clId="{5B2C3894-F97E-4CAB-8812-5BB4D83AAC6A}" dt="2026-05-13T06:07:42.830" v="7059"/>
          <ac:spMkLst>
            <pc:docMk/>
            <pc:sldMk cId="919262126" sldId="268"/>
            <ac:spMk id="4" creationId="{A21B8E5E-65E3-ADF1-9867-54DC3939C015}"/>
          </ac:spMkLst>
        </pc:spChg>
      </pc:sldChg>
      <pc:sldChg chg="modSp add mod">
        <pc:chgData name="musukie52@gmail.com" userId="017bd91f96aa8751" providerId="LiveId" clId="{5B2C3894-F97E-4CAB-8812-5BB4D83AAC6A}" dt="2026-05-13T06:12:51.017" v="7793" actId="20577"/>
        <pc:sldMkLst>
          <pc:docMk/>
          <pc:sldMk cId="2823851658" sldId="269"/>
        </pc:sldMkLst>
        <pc:spChg chg="mod">
          <ac:chgData name="musukie52@gmail.com" userId="017bd91f96aa8751" providerId="LiveId" clId="{5B2C3894-F97E-4CAB-8812-5BB4D83AAC6A}" dt="2026-05-13T06:12:51.017" v="7793" actId="20577"/>
          <ac:spMkLst>
            <pc:docMk/>
            <pc:sldMk cId="2823851658" sldId="269"/>
            <ac:spMk id="3" creationId="{AD8D3D37-7F48-E3CB-AA8A-B462CB6B8D46}"/>
          </ac:spMkLst>
        </pc:spChg>
      </pc:sldChg>
      <pc:sldChg chg="modSp add mod">
        <pc:chgData name="musukie52@gmail.com" userId="017bd91f96aa8751" providerId="LiveId" clId="{5B2C3894-F97E-4CAB-8812-5BB4D83AAC6A}" dt="2026-05-13T06:21:43.461" v="9381" actId="20577"/>
        <pc:sldMkLst>
          <pc:docMk/>
          <pc:sldMk cId="2995454623" sldId="270"/>
        </pc:sldMkLst>
        <pc:spChg chg="mod">
          <ac:chgData name="musukie52@gmail.com" userId="017bd91f96aa8751" providerId="LiveId" clId="{5B2C3894-F97E-4CAB-8812-5BB4D83AAC6A}" dt="2026-05-13T06:21:43.461" v="9381" actId="20577"/>
          <ac:spMkLst>
            <pc:docMk/>
            <pc:sldMk cId="2995454623" sldId="270"/>
            <ac:spMk id="3" creationId="{38BD4E18-B3F1-B66A-D564-203B695D7369}"/>
          </ac:spMkLst>
        </pc:spChg>
      </pc:sldChg>
      <pc:sldChg chg="modSp add mod">
        <pc:chgData name="musukie52@gmail.com" userId="017bd91f96aa8751" providerId="LiveId" clId="{5B2C3894-F97E-4CAB-8812-5BB4D83AAC6A}" dt="2026-05-13T06:25:58.594" v="10281" actId="27636"/>
        <pc:sldMkLst>
          <pc:docMk/>
          <pc:sldMk cId="2084604454" sldId="271"/>
        </pc:sldMkLst>
        <pc:spChg chg="mod">
          <ac:chgData name="musukie52@gmail.com" userId="017bd91f96aa8751" providerId="LiveId" clId="{5B2C3894-F97E-4CAB-8812-5BB4D83AAC6A}" dt="2026-05-13T06:25:58.594" v="10281" actId="27636"/>
          <ac:spMkLst>
            <pc:docMk/>
            <pc:sldMk cId="2084604454" sldId="271"/>
            <ac:spMk id="3" creationId="{8F629EEE-A63D-D659-57D1-6C15FFCD4DC0}"/>
          </ac:spMkLst>
        </pc:spChg>
      </pc:sldChg>
      <pc:sldChg chg="modSp add mod">
        <pc:chgData name="musukie52@gmail.com" userId="017bd91f96aa8751" providerId="LiveId" clId="{5B2C3894-F97E-4CAB-8812-5BB4D83AAC6A}" dt="2026-05-13T06:28:15.304" v="11080" actId="20577"/>
        <pc:sldMkLst>
          <pc:docMk/>
          <pc:sldMk cId="3959426336" sldId="272"/>
        </pc:sldMkLst>
        <pc:spChg chg="mod">
          <ac:chgData name="musukie52@gmail.com" userId="017bd91f96aa8751" providerId="LiveId" clId="{5B2C3894-F97E-4CAB-8812-5BB4D83AAC6A}" dt="2026-05-13T06:28:15.304" v="11080" actId="20577"/>
          <ac:spMkLst>
            <pc:docMk/>
            <pc:sldMk cId="3959426336" sldId="272"/>
            <ac:spMk id="3" creationId="{A49F155E-A656-7421-5B24-72051876B7EE}"/>
          </ac:spMkLst>
        </pc:spChg>
      </pc:sldChg>
      <pc:sldChg chg="modSp add mod">
        <pc:chgData name="musukie52@gmail.com" userId="017bd91f96aa8751" providerId="LiveId" clId="{5B2C3894-F97E-4CAB-8812-5BB4D83AAC6A}" dt="2026-05-13T06:31:06.972" v="11534" actId="20577"/>
        <pc:sldMkLst>
          <pc:docMk/>
          <pc:sldMk cId="1345200446" sldId="273"/>
        </pc:sldMkLst>
        <pc:spChg chg="mod">
          <ac:chgData name="musukie52@gmail.com" userId="017bd91f96aa8751" providerId="LiveId" clId="{5B2C3894-F97E-4CAB-8812-5BB4D83AAC6A}" dt="2026-05-13T06:31:06.972" v="11534" actId="20577"/>
          <ac:spMkLst>
            <pc:docMk/>
            <pc:sldMk cId="1345200446" sldId="273"/>
            <ac:spMk id="3" creationId="{E9EE290F-1A02-1974-E731-EA8F94CCAE86}"/>
          </ac:spMkLst>
        </pc:spChg>
      </pc:sldChg>
      <pc:sldChg chg="modSp new mod">
        <pc:chgData name="musukie52@gmail.com" userId="017bd91f96aa8751" providerId="LiveId" clId="{5B2C3894-F97E-4CAB-8812-5BB4D83AAC6A}" dt="2026-05-13T06:54:55.363" v="11963" actId="20577"/>
        <pc:sldMkLst>
          <pc:docMk/>
          <pc:sldMk cId="1983416847" sldId="274"/>
        </pc:sldMkLst>
        <pc:spChg chg="mod">
          <ac:chgData name="musukie52@gmail.com" userId="017bd91f96aa8751" providerId="LiveId" clId="{5B2C3894-F97E-4CAB-8812-5BB4D83AAC6A}" dt="2026-05-13T06:53:14.053" v="11555" actId="20577"/>
          <ac:spMkLst>
            <pc:docMk/>
            <pc:sldMk cId="1983416847" sldId="274"/>
            <ac:spMk id="2" creationId="{64C89154-4071-4644-AF86-5A5F6544EE5F}"/>
          </ac:spMkLst>
        </pc:spChg>
        <pc:spChg chg="mod">
          <ac:chgData name="musukie52@gmail.com" userId="017bd91f96aa8751" providerId="LiveId" clId="{5B2C3894-F97E-4CAB-8812-5BB4D83AAC6A}" dt="2026-05-13T06:54:55.363" v="11963" actId="20577"/>
          <ac:spMkLst>
            <pc:docMk/>
            <pc:sldMk cId="1983416847" sldId="274"/>
            <ac:spMk id="3" creationId="{38B13EC2-C6E5-93C6-A9AB-635D734E40B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5C731-22E5-F037-D990-FD1750CF1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6A854D-331B-AB0C-2894-4BC1A26A2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4255F2-1685-C7C3-2987-A70DC6542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842E-94EB-4E29-B51A-CD0127B4511F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647DD0-8EAF-D4EB-0918-6505AA0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8FAA59-01A7-1AA8-8A6C-E54E3C4E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1A47-B583-402C-AF35-1E813399B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45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7904C-C0DB-041E-2C9A-4BB711C72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003CE5-D247-6383-2FB7-AAEF42683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F379FC-3142-F277-641F-D58A62B4A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842E-94EB-4E29-B51A-CD0127B4511F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42AC8A-BAFA-17C8-5707-6E1C66BBF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032A9F-2F45-E7AA-6952-501C2F267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1A47-B583-402C-AF35-1E813399B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763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3EA8EE-1518-D41D-489F-F15360CEC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6A6F03-34AE-F884-B5AA-017B9FE67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11F317-603A-096D-DBD0-C426A3F37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842E-94EB-4E29-B51A-CD0127B4511F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835F7D-2642-05F7-BEE7-067522973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82826D-C9C4-9178-EF38-9860577FE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1A47-B583-402C-AF35-1E813399B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953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812C84-325E-66F8-7D29-261E4D9A5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F671BA-7900-9754-2B6A-736D6FB08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66696F-0EE6-A179-6F75-6C4303B06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001305-7B07-44F4-8797-80B2436A9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842E-94EB-4E29-B51A-CD0127B4511F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A45832-2FCE-12A3-E222-2740351AF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B45D3B-FC9C-E205-F612-46BC6366A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1A47-B583-402C-AF35-1E813399B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91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22EAC-D960-09CD-B54D-B4D80DE31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B889E7-4EDC-1C11-8274-43BDA3FB8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FE343D-BF07-32F9-3973-1275ABDB8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460753-6D95-8F17-A4E3-26085C50E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BCDC69-BC62-21DD-6F83-DAC1C7B42A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E0C8B5-6981-0D8A-EB50-15469ADC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842E-94EB-4E29-B51A-CD0127B4511F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78B129-2C1E-53D5-C30B-2462BCA83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454459-86C7-DA02-5146-7D7633FFC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1A47-B583-402C-AF35-1E813399B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77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8F8F0B-ADCE-A3D6-4B24-B5BC37023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D540AF-75E6-5AD1-F3FA-500156F6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842E-94EB-4E29-B51A-CD0127B4511F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BF19D6-D38C-BEBA-C7AE-2B615CAB9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618229-16F9-DE60-8CF7-9F52956B4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1A47-B583-402C-AF35-1E813399B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974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51CF70-7FA6-8582-8BA6-34EACC28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842E-94EB-4E29-B51A-CD0127B4511F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6220701-46F7-6B37-EEF9-FD91C8C1D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93FAF7-6A95-9029-E0D6-B33328B7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1A47-B583-402C-AF35-1E813399B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384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9B511-6E34-405C-C76F-0309BF92A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00B7BC-2E36-C1BF-E21C-BC4F8E4C4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08B62A-9E4E-17BC-CF2A-5997EE064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3CAAE1-222E-6F29-AF71-DB650D25A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842E-94EB-4E29-B51A-CD0127B4511F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ECD0A7-CC20-DDB1-822F-A6FAF45F8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73B816-0025-52D7-2FC4-75D2F29D5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1A47-B583-402C-AF35-1E813399B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634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DAF91D-4378-6E8F-1248-5D6BD1004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A32C85-F6CF-27E9-6958-6C725B341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770CE5-3DB0-0EC8-8257-FFD12488D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FCB1D8-04EB-C042-3FF9-E8F1CDAFC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842E-94EB-4E29-B51A-CD0127B4511F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4AA72C-23DC-15C0-E4A6-AC85325F1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04E8E4-AF4C-4766-F955-5913CD70F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1A47-B583-402C-AF35-1E813399B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755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39F8F-EDC0-6D29-29EA-66BDB7123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49FB19-2B50-299A-C483-1ED7361B3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F1D6CE-44A7-407D-5F9D-08C8EDA79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842E-94EB-4E29-B51A-CD0127B4511F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376490-0740-CF67-FE7C-816773448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32502C-5AF9-E311-3FA6-0921E84CE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1A47-B583-402C-AF35-1E813399B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199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B7FDE35-A223-7CA0-BE22-9C2A65FC5B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E787AA-1C17-8357-285A-CB761BFD1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3BD733-478A-9D75-8D4D-3F05A256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842E-94EB-4E29-B51A-CD0127B4511F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F2B52C-EB83-AE3C-4268-9E8A718DD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4C975A-C4D6-AF56-25B6-61EFCBA98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F1A47-B583-402C-AF35-1E813399B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90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69FC7C-E488-A628-D8D0-678185B1F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D56A8A-D0BC-64B0-A7D2-9E3C4994C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D7B709-CBAE-5915-03CE-42FED4500E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9842E-94EB-4E29-B51A-CD0127B4511F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52CC76-3C8B-CFF2-A2D9-CC5DA3946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C7712-F944-5968-3970-40A025E81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F1A47-B583-402C-AF35-1E813399B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332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B465AF-D0D9-306B-69ED-4B1B369F3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Level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레벨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32BC24-1256-8906-1869-F55C192E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레벨 </a:t>
            </a:r>
            <a:r>
              <a:rPr lang="en-US" altLang="ko-KR" dirty="0"/>
              <a:t>: </a:t>
            </a:r>
            <a:r>
              <a:rPr lang="ko-KR" altLang="en-US" dirty="0"/>
              <a:t>콘텐츠 제시의 수순</a:t>
            </a:r>
            <a:r>
              <a:rPr lang="en-US" altLang="ko-KR" dirty="0"/>
              <a:t>(</a:t>
            </a:r>
            <a:r>
              <a:rPr lang="ko-KR" altLang="en-US" dirty="0"/>
              <a:t>순서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게임의 튜토리얼 영상 </a:t>
            </a:r>
            <a:r>
              <a:rPr lang="en-US" altLang="ko-KR" dirty="0"/>
              <a:t>: [</a:t>
            </a:r>
            <a:r>
              <a:rPr lang="ko-KR" altLang="en-US" dirty="0"/>
              <a:t>스텔라 블레이드</a:t>
            </a:r>
            <a:r>
              <a:rPr lang="en-US" altLang="ko-KR" dirty="0"/>
              <a:t>]</a:t>
            </a:r>
          </a:p>
          <a:p>
            <a:pPr lvl="1"/>
            <a:r>
              <a:rPr lang="ko-KR" altLang="en-US" dirty="0"/>
              <a:t>영상의 퍼포먼스를 잘 보자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4</a:t>
            </a:r>
            <a:r>
              <a:rPr lang="ko-KR" altLang="en-US" dirty="0"/>
              <a:t>가지의 리소스로 멋진 영상이 만들어진다</a:t>
            </a:r>
            <a:endParaRPr lang="en-US" altLang="ko-KR" dirty="0"/>
          </a:p>
          <a:p>
            <a:pPr lvl="1"/>
            <a:r>
              <a:rPr lang="ko-KR" altLang="en-US" dirty="0"/>
              <a:t>분절되는 모습</a:t>
            </a:r>
            <a:endParaRPr lang="en-US" altLang="ko-KR" dirty="0"/>
          </a:p>
          <a:p>
            <a:pPr lvl="1"/>
            <a:r>
              <a:rPr lang="ko-KR" altLang="en-US" dirty="0"/>
              <a:t>영상이 진행될수록 모델링 수가 늘어난다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+ 7</a:t>
            </a:r>
            <a:r>
              <a:rPr lang="ko-KR" altLang="en-US" dirty="0"/>
              <a:t>번째 모델링</a:t>
            </a:r>
            <a:r>
              <a:rPr lang="en-US" altLang="ko-KR" dirty="0"/>
              <a:t>(</a:t>
            </a:r>
            <a:r>
              <a:rPr lang="ko-KR" altLang="en-US" dirty="0"/>
              <a:t>여성 캐릭터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탈출선</a:t>
            </a:r>
            <a:r>
              <a:rPr lang="ko-KR" altLang="en-US" dirty="0"/>
              <a:t> 내부 모델링 </a:t>
            </a:r>
            <a:r>
              <a:rPr lang="en-US" altLang="ko-KR" dirty="0"/>
              <a:t>/ </a:t>
            </a:r>
            <a:r>
              <a:rPr lang="ko-KR" altLang="en-US" dirty="0"/>
              <a:t>추가 여성 캐릭터 모델링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6340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DB7608-A4CB-0CF5-46B7-0658D6A9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화면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150054-273A-EE20-E7A1-2E4115987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dirty="0"/>
              <a:t>게임 화면이 지닌 상황 </a:t>
            </a:r>
            <a:r>
              <a:rPr lang="en-US" altLang="ko-KR" dirty="0"/>
              <a:t>: </a:t>
            </a:r>
            <a:r>
              <a:rPr lang="ko-KR" altLang="en-US" dirty="0"/>
              <a:t>등장인물</a:t>
            </a:r>
            <a:r>
              <a:rPr lang="en-US" altLang="ko-KR" dirty="0"/>
              <a:t>, </a:t>
            </a:r>
            <a:r>
              <a:rPr lang="ko-KR" altLang="en-US" dirty="0"/>
              <a:t>등장무대</a:t>
            </a:r>
            <a:r>
              <a:rPr lang="en-US" altLang="ko-KR" dirty="0"/>
              <a:t>, </a:t>
            </a:r>
            <a:r>
              <a:rPr lang="ko-KR" altLang="en-US" dirty="0"/>
              <a:t>대본</a:t>
            </a:r>
            <a:endParaRPr lang="en-US" altLang="ko-KR" dirty="0"/>
          </a:p>
          <a:p>
            <a:r>
              <a:rPr lang="ko-KR" altLang="en-US" dirty="0"/>
              <a:t>기술이 발달해서 주인공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오브젝트</a:t>
            </a:r>
            <a:r>
              <a:rPr lang="en-US" altLang="ko-KR" dirty="0"/>
              <a:t>, </a:t>
            </a:r>
            <a:r>
              <a:rPr lang="ko-KR" altLang="en-US" dirty="0"/>
              <a:t>몬스터 등의 색을 뽑을 수 있고</a:t>
            </a:r>
            <a:r>
              <a:rPr lang="en-US" altLang="ko-KR" dirty="0"/>
              <a:t>, </a:t>
            </a:r>
            <a:r>
              <a:rPr lang="ko-KR" altLang="en-US" dirty="0"/>
              <a:t>그 색들이 조화로운지 판단해야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게임 엔진을 통해 빛</a:t>
            </a:r>
            <a:r>
              <a:rPr lang="en-US" altLang="ko-KR" dirty="0"/>
              <a:t>, </a:t>
            </a:r>
            <a:r>
              <a:rPr lang="ko-KR" altLang="en-US" dirty="0" err="1"/>
              <a:t>라이팅</a:t>
            </a:r>
            <a:r>
              <a:rPr lang="en-US" altLang="ko-KR" dirty="0"/>
              <a:t>, </a:t>
            </a:r>
            <a:r>
              <a:rPr lang="ko-KR" altLang="en-US" dirty="0" err="1"/>
              <a:t>셰이더</a:t>
            </a:r>
            <a:r>
              <a:rPr lang="ko-KR" altLang="en-US" dirty="0"/>
              <a:t> 등을 통해</a:t>
            </a:r>
            <a:r>
              <a:rPr lang="en-US" altLang="ko-KR" dirty="0"/>
              <a:t>, </a:t>
            </a:r>
            <a:r>
              <a:rPr lang="ko-KR" altLang="en-US" dirty="0"/>
              <a:t>조화롭지 못한 색들이 조화롭게 보일 수 있게 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Level of Detail (LOD)</a:t>
            </a:r>
          </a:p>
          <a:p>
            <a:r>
              <a:rPr lang="en-US" altLang="ko-KR" dirty="0"/>
              <a:t>UI</a:t>
            </a:r>
            <a:r>
              <a:rPr lang="ko-KR" altLang="en-US" dirty="0"/>
              <a:t>는 꼭 필요한 정보만 표시하도록</a:t>
            </a:r>
            <a:r>
              <a:rPr lang="en-US" altLang="ko-KR" dirty="0"/>
              <a:t>. </a:t>
            </a:r>
            <a:r>
              <a:rPr lang="ko-KR" altLang="en-US" dirty="0"/>
              <a:t>필요에 의해서</a:t>
            </a:r>
            <a:r>
              <a:rPr lang="en-US" altLang="ko-KR" dirty="0"/>
              <a:t>. </a:t>
            </a:r>
            <a:r>
              <a:rPr lang="ko-KR" altLang="en-US" dirty="0"/>
              <a:t>이는 </a:t>
            </a:r>
            <a:r>
              <a:rPr lang="en-US" altLang="ko-KR" dirty="0"/>
              <a:t>‘</a:t>
            </a:r>
            <a:r>
              <a:rPr lang="ko-KR" altLang="en-US" dirty="0"/>
              <a:t>대본</a:t>
            </a:r>
            <a:r>
              <a:rPr lang="en-US" altLang="ko-KR" dirty="0"/>
              <a:t>＇</a:t>
            </a:r>
            <a:r>
              <a:rPr lang="ko-KR" altLang="en-US" dirty="0"/>
              <a:t>의 영역으로 보면 된다</a:t>
            </a:r>
            <a:r>
              <a:rPr lang="en-US" altLang="ko-KR" dirty="0"/>
              <a:t>. </a:t>
            </a:r>
            <a:r>
              <a:rPr lang="ko-KR" altLang="en-US" dirty="0"/>
              <a:t>이를 통해 </a:t>
            </a:r>
            <a:r>
              <a:rPr lang="en-US" altLang="ko-KR" dirty="0"/>
              <a:t>‘</a:t>
            </a:r>
            <a:r>
              <a:rPr lang="ko-KR" altLang="en-US" dirty="0"/>
              <a:t>플레이의 목적</a:t>
            </a:r>
            <a:r>
              <a:rPr lang="en-US" altLang="ko-KR" dirty="0"/>
              <a:t>’, ‘</a:t>
            </a:r>
            <a:r>
              <a:rPr lang="ko-KR" altLang="en-US" dirty="0"/>
              <a:t>흐름</a:t>
            </a:r>
            <a:r>
              <a:rPr lang="en-US" altLang="ko-KR" dirty="0"/>
              <a:t>’, ‘</a:t>
            </a:r>
            <a:r>
              <a:rPr lang="ko-KR" altLang="en-US" dirty="0"/>
              <a:t>이야기의 목적</a:t>
            </a:r>
            <a:r>
              <a:rPr lang="en-US" altLang="ko-KR" dirty="0"/>
              <a:t>’</a:t>
            </a:r>
            <a:r>
              <a:rPr lang="ko-KR" altLang="en-US" dirty="0"/>
              <a:t>을 보여줄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주인공 캐릭터와 다른 캐릭터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, </a:t>
            </a:r>
            <a:r>
              <a:rPr lang="ko-KR" altLang="en-US" dirty="0"/>
              <a:t>오브젝트</a:t>
            </a:r>
            <a:r>
              <a:rPr lang="en-US" altLang="ko-KR" dirty="0"/>
              <a:t>, </a:t>
            </a:r>
            <a:r>
              <a:rPr lang="ko-KR" altLang="en-US" dirty="0"/>
              <a:t>몬스터 등의 색들이 잘 어울리는지</a:t>
            </a:r>
            <a:r>
              <a:rPr lang="en-US" altLang="ko-KR" dirty="0"/>
              <a:t>, </a:t>
            </a:r>
            <a:r>
              <a:rPr lang="ko-KR" altLang="en-US" dirty="0"/>
              <a:t>조화로운지를 잘 보고 판단하자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3326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5D2D984-F62F-2A1C-E342-39A3009C2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900" y="0"/>
            <a:ext cx="101521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326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4AB5EE-4624-8C32-63A4-F75F9B9E3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EF76EA-A5F5-9FC7-726D-2B4397E6D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스텔라 블레이드</a:t>
            </a:r>
            <a:r>
              <a:rPr lang="en-US" altLang="ko-KR" dirty="0"/>
              <a:t>]</a:t>
            </a:r>
            <a:r>
              <a:rPr lang="ko-KR" altLang="en-US" dirty="0"/>
              <a:t>의 튜토리얼 영상을 보면</a:t>
            </a:r>
            <a:r>
              <a:rPr lang="en-US" altLang="ko-KR" dirty="0"/>
              <a:t>, </a:t>
            </a:r>
            <a:r>
              <a:rPr lang="ko-KR" altLang="en-US" dirty="0"/>
              <a:t>주인공과 함께 </a:t>
            </a:r>
            <a:r>
              <a:rPr lang="ko-KR" altLang="en-US" dirty="0" err="1"/>
              <a:t>훈련받고</a:t>
            </a:r>
            <a:r>
              <a:rPr lang="ko-KR" altLang="en-US" dirty="0"/>
              <a:t> 참전한 동료들의 시체가 여기저기 </a:t>
            </a:r>
            <a:r>
              <a:rPr lang="ko-KR" altLang="en-US" dirty="0" err="1"/>
              <a:t>널브러져있다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마치 배경을 꾸미는 액세서리처럼</a:t>
            </a:r>
            <a:r>
              <a:rPr lang="en-US" altLang="ko-KR" dirty="0"/>
              <a:t>…</a:t>
            </a:r>
          </a:p>
          <a:p>
            <a:r>
              <a:rPr lang="ko-KR" altLang="en-US" dirty="0" err="1"/>
              <a:t>리마커블한</a:t>
            </a:r>
            <a:r>
              <a:rPr lang="ko-KR" altLang="en-US" dirty="0"/>
              <a:t> 게임을 </a:t>
            </a:r>
            <a:r>
              <a:rPr lang="ko-KR" altLang="en-US" dirty="0" err="1"/>
              <a:t>만드려면</a:t>
            </a:r>
            <a:br>
              <a:rPr lang="en-US" altLang="ko-KR" dirty="0"/>
            </a:br>
            <a:r>
              <a:rPr lang="ko-KR" altLang="en-US" dirty="0"/>
              <a:t>그 시체들을 한 곳에 모아서 추모하는 등의 요소를 넣을 수 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 행동은 유저가 할지 말지 선택할 수 있게 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행동을 했는지 하지 않았는지에 따라 결말을 다르게 보여줄 수 도 있을 것이다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8400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732DE1-D2A4-CBFD-A83D-3657859E9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시네마틱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EA4A3B-4D83-3EE6-2E13-47D81AEF1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연출과 감정 등을 애니메이션처럼 보여주는 것</a:t>
            </a:r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스텔라 블레이드</a:t>
            </a:r>
            <a:r>
              <a:rPr lang="en-US" altLang="ko-KR" dirty="0"/>
              <a:t>] </a:t>
            </a:r>
            <a:r>
              <a:rPr lang="ko-KR" altLang="en-US" dirty="0" err="1"/>
              <a:t>튜토리얼에서</a:t>
            </a:r>
            <a:r>
              <a:rPr lang="ko-KR" altLang="en-US" dirty="0"/>
              <a:t> 아쉬운 부분</a:t>
            </a:r>
            <a:br>
              <a:rPr lang="en-US" altLang="ko-KR" dirty="0"/>
            </a:br>
            <a:r>
              <a:rPr lang="en-US" altLang="ko-KR" dirty="0"/>
              <a:t>: </a:t>
            </a:r>
            <a:r>
              <a:rPr lang="ko-KR" altLang="en-US" dirty="0"/>
              <a:t>처음에 탈출기에서 내려서 처음 동료의 시체를 봤을 때 </a:t>
            </a:r>
            <a:r>
              <a:rPr lang="ko-KR" altLang="en-US" dirty="0" err="1"/>
              <a:t>페이셜</a:t>
            </a:r>
            <a:r>
              <a:rPr lang="ko-KR" altLang="en-US" dirty="0"/>
              <a:t> 애니메이션을 통해 감정을 보여줬다면 </a:t>
            </a:r>
            <a:r>
              <a:rPr lang="ko-KR" altLang="en-US" dirty="0" err="1"/>
              <a:t>좋았을텐데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실컷 돌아다니고 전투한 후에 갑자기 이제 와서 감정을 표현하더라</a:t>
            </a:r>
            <a:r>
              <a:rPr lang="en-US" altLang="ko-KR" dirty="0"/>
              <a:t>…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18567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17E0F-4BAD-33C1-A7F0-2654E8698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몬스터의 방향성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257A53-B584-D86A-EC14-8E857271F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크리처들이</a:t>
            </a:r>
            <a:r>
              <a:rPr lang="ko-KR" altLang="en-US" dirty="0"/>
              <a:t> 모두 혐오스럽게 생겼다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[</a:t>
            </a:r>
            <a:r>
              <a:rPr lang="ko-KR" altLang="en-US" dirty="0"/>
              <a:t>스텔라 블레이드</a:t>
            </a:r>
            <a:r>
              <a:rPr lang="en-US" altLang="ko-KR" dirty="0"/>
              <a:t>]</a:t>
            </a:r>
            <a:r>
              <a:rPr lang="ko-KR" altLang="en-US" dirty="0"/>
              <a:t>의 몬스터 생성의 방향성인 것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FF3C1E-6148-F3D7-F88C-221D3D377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43611"/>
            <a:ext cx="4825390" cy="283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55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C9B3A3-F2B1-7CCA-53D2-8E98218F2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화면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809EE5-CE1D-2F7C-8625-47F28B80C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합리적인 리소스 안에서 멋진 장면을 연출하면 정말 좋다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적은 개수의 리소스로 멋진 장면을 연출하는 것</a:t>
            </a:r>
            <a:endParaRPr lang="en-US" altLang="ko-KR" dirty="0"/>
          </a:p>
          <a:p>
            <a:r>
              <a:rPr lang="ko-KR" altLang="en-US" dirty="0"/>
              <a:t>계획에 없어서 없는 것</a:t>
            </a:r>
            <a:r>
              <a:rPr lang="en-US" altLang="ko-KR" dirty="0"/>
              <a:t>! : [</a:t>
            </a:r>
            <a:r>
              <a:rPr lang="ko-KR" altLang="en-US" dirty="0"/>
              <a:t>스텔라 블레이드</a:t>
            </a:r>
            <a:r>
              <a:rPr lang="en-US" altLang="ko-KR" dirty="0"/>
              <a:t>] </a:t>
            </a:r>
            <a:r>
              <a:rPr lang="ko-KR" altLang="en-US" dirty="0" err="1"/>
              <a:t>튜토리얼에서</a:t>
            </a:r>
            <a:r>
              <a:rPr lang="ko-KR" altLang="en-US" dirty="0"/>
              <a:t> 철제 구조물도 무너지고 부서지는 상황에서 나무는 부서진 게 없다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계획 단계에서 우리 기획자가 계획해야 게임을 만들 때 그것을 염두에 두고 만들게 되니까</a:t>
            </a:r>
            <a:r>
              <a:rPr lang="en-US" altLang="ko-KR" dirty="0"/>
              <a:t>, </a:t>
            </a:r>
            <a:r>
              <a:rPr lang="ko-KR" altLang="en-US" dirty="0"/>
              <a:t>우리가 꼭 여러 가지 디테일을 챙기도록 하자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8242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A90446-7CDB-D4D4-6AF4-6E552F862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라스트 오브 어스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9D498A-23DD-7617-77D1-A7BD5D6CE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부녀 사이의 관계가 아주 원만하고 친하다는 것을 간단한 상황을 통해 보여준다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등장인물들이 말하는 대사들이 대본이고</a:t>
            </a:r>
            <a:r>
              <a:rPr lang="en-US" altLang="ko-KR" dirty="0"/>
              <a:t>, </a:t>
            </a:r>
            <a:r>
              <a:rPr lang="ko-KR" altLang="en-US" dirty="0"/>
              <a:t>그 대본이 상황을 만드는 것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새벽 </a:t>
            </a:r>
            <a:r>
              <a:rPr lang="en-US" altLang="ko-KR" dirty="0"/>
              <a:t>1</a:t>
            </a:r>
            <a:r>
              <a:rPr lang="ko-KR" altLang="en-US" dirty="0"/>
              <a:t>시 반에 </a:t>
            </a:r>
            <a:r>
              <a:rPr lang="ko-KR" altLang="en-US" dirty="0" err="1"/>
              <a:t>쇼파에</a:t>
            </a:r>
            <a:r>
              <a:rPr lang="ko-KR" altLang="en-US" dirty="0"/>
              <a:t> 누워서 잠든 딸을 앞으로 안아 올려서 침대로 뉘인다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딸이 뉘어진 자세는 손만 뻗으면 전화기가 닿는 거리에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모든 상황은 앞으로의 이야기 전개에 필요하기 때문에 이런 장면들을 보여준다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2317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50C59-D76C-E4F5-9312-3D5F8F6C3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라스트 오브 어스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4941DD-E2C5-6AC7-17FD-3C39A0283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‘</a:t>
            </a:r>
            <a:r>
              <a:rPr lang="ko-KR" altLang="en-US" dirty="0"/>
              <a:t>구구절절 어쩌고 저쩌고 아빠를 </a:t>
            </a:r>
            <a:r>
              <a:rPr lang="ko-KR" altLang="en-US" dirty="0" err="1"/>
              <a:t>찾으시오</a:t>
            </a:r>
            <a:r>
              <a:rPr lang="en-US" altLang="ko-KR" dirty="0"/>
              <a:t>.’</a:t>
            </a:r>
            <a:r>
              <a:rPr lang="ko-KR" altLang="en-US" dirty="0"/>
              <a:t>라고 </a:t>
            </a:r>
            <a:r>
              <a:rPr lang="en-US" altLang="ko-KR" dirty="0"/>
              <a:t>UI</a:t>
            </a:r>
            <a:r>
              <a:rPr lang="ko-KR" altLang="en-US" dirty="0"/>
              <a:t>로 설명하지 않고</a:t>
            </a:r>
            <a:r>
              <a:rPr lang="en-US" altLang="ko-KR" dirty="0"/>
              <a:t>, </a:t>
            </a:r>
            <a:r>
              <a:rPr lang="ko-KR" altLang="en-US" dirty="0"/>
              <a:t>아이가 자다가 삼촌의 전화를 받고 삼촌이 아버지에게 할 말이 있다고 하고는 전화가 끊긴 장면을 </a:t>
            </a:r>
            <a:r>
              <a:rPr lang="ko-KR" altLang="en-US" dirty="0" err="1"/>
              <a:t>보여줌으로서</a:t>
            </a:r>
            <a:r>
              <a:rPr lang="en-US" altLang="ko-KR" dirty="0"/>
              <a:t>, </a:t>
            </a:r>
            <a:r>
              <a:rPr lang="ko-KR" altLang="en-US" dirty="0"/>
              <a:t>플레이어가 자연스럽게 아버지를 찾도록 유도했다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아이는 자다가 일어났기 때문에 눈을 비비며 터벅터벅 걷는다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얼마 정도 가다 보면</a:t>
            </a:r>
            <a:r>
              <a:rPr lang="en-US" altLang="ko-KR" dirty="0"/>
              <a:t>, </a:t>
            </a:r>
            <a:r>
              <a:rPr lang="ko-KR" altLang="en-US" dirty="0"/>
              <a:t>어두운 곳에서 밝은 빛이 </a:t>
            </a:r>
            <a:r>
              <a:rPr lang="ko-KR" altLang="en-US" dirty="0" err="1"/>
              <a:t>새어나오는</a:t>
            </a:r>
            <a:r>
              <a:rPr lang="ko-KR" altLang="en-US" dirty="0"/>
              <a:t> 문이 보이는데</a:t>
            </a:r>
            <a:r>
              <a:rPr lang="en-US" altLang="ko-KR" dirty="0"/>
              <a:t>, </a:t>
            </a:r>
            <a:r>
              <a:rPr lang="ko-KR" altLang="en-US" dirty="0"/>
              <a:t>이런 공간 구성을 통해 유저는 그 문으로 </a:t>
            </a:r>
            <a:r>
              <a:rPr lang="ko-KR" altLang="en-US" dirty="0" err="1"/>
              <a:t>가야함을</a:t>
            </a:r>
            <a:r>
              <a:rPr lang="ko-KR" altLang="en-US" dirty="0"/>
              <a:t> 알 수 있다</a:t>
            </a:r>
            <a:r>
              <a:rPr lang="en-US" altLang="ko-KR" dirty="0"/>
              <a:t>. </a:t>
            </a:r>
            <a:r>
              <a:rPr lang="ko-KR" altLang="en-US" dirty="0"/>
              <a:t>따로 안내나 </a:t>
            </a:r>
            <a:r>
              <a:rPr lang="ko-KR" altLang="en-US" dirty="0" err="1"/>
              <a:t>느낌표같은</a:t>
            </a:r>
            <a:r>
              <a:rPr lang="ko-KR" altLang="en-US" dirty="0"/>
              <a:t> </a:t>
            </a:r>
            <a:r>
              <a:rPr lang="en-US" altLang="ko-KR" dirty="0"/>
              <a:t>UI</a:t>
            </a:r>
            <a:r>
              <a:rPr lang="ko-KR" altLang="en-US" dirty="0"/>
              <a:t>없이도</a:t>
            </a:r>
            <a:r>
              <a:rPr lang="en-US" altLang="ko-KR" dirty="0"/>
              <a:t>(</a:t>
            </a:r>
            <a:r>
              <a:rPr lang="ko-KR" altLang="en-US" dirty="0"/>
              <a:t>지저분한</a:t>
            </a:r>
            <a:r>
              <a:rPr lang="en-US" altLang="ko-KR" dirty="0"/>
              <a:t>) </a:t>
            </a:r>
            <a:r>
              <a:rPr lang="ko-KR" altLang="en-US" dirty="0"/>
              <a:t>유저가 어떠한 행동을 하도록 유도할 수 있는 연출이다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1112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228A85-E51C-5881-74B0-B39B051BB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뉴스에서 폭발하는 생중계를 보고</a:t>
            </a:r>
            <a:r>
              <a:rPr lang="en-US" altLang="ko-KR" dirty="0"/>
              <a:t>, </a:t>
            </a:r>
            <a:r>
              <a:rPr lang="ko-KR" altLang="en-US" dirty="0"/>
              <a:t>아이의 집 창문을 통해 집 근처도 폭발하는 것이 보인다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아이는 겁먹고 움츠리고 걷는 모션으로 걷는 모션이 바뀐다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서브 컨텐츠 </a:t>
            </a:r>
            <a:r>
              <a:rPr lang="en-US" altLang="ko-KR" dirty="0"/>
              <a:t>:</a:t>
            </a:r>
            <a:r>
              <a:rPr lang="ko-KR" altLang="en-US" dirty="0"/>
              <a:t> 유저가 할지 말지 정할 수 있다</a:t>
            </a:r>
            <a:r>
              <a:rPr lang="en-US" altLang="ko-KR" dirty="0"/>
              <a:t>. </a:t>
            </a:r>
            <a:r>
              <a:rPr lang="ko-KR" altLang="en-US" dirty="0"/>
              <a:t>이 상황에서는 부엌의 테이블 위 아버지의 전화기가 빛을 내며 진동을 울리는 것을 예로 들 수 있다</a:t>
            </a:r>
            <a:r>
              <a:rPr lang="en-US" altLang="ko-KR" dirty="0"/>
              <a:t>. </a:t>
            </a:r>
            <a:r>
              <a:rPr lang="ko-KR" altLang="en-US" dirty="0"/>
              <a:t>플레이어는 </a:t>
            </a:r>
            <a:r>
              <a:rPr lang="ko-KR" altLang="en-US" dirty="0" err="1"/>
              <a:t>휴대폰쪽으로</a:t>
            </a:r>
            <a:r>
              <a:rPr lang="ko-KR" altLang="en-US" dirty="0"/>
              <a:t> 갈 수도 있고</a:t>
            </a:r>
            <a:r>
              <a:rPr lang="en-US" altLang="ko-KR" dirty="0"/>
              <a:t>, </a:t>
            </a:r>
            <a:r>
              <a:rPr lang="ko-KR" altLang="en-US" dirty="0"/>
              <a:t>다른 쪽으로 갈 수도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프리 컷 씬 상황 </a:t>
            </a:r>
            <a:r>
              <a:rPr lang="en-US" altLang="ko-KR" dirty="0"/>
              <a:t>: </a:t>
            </a:r>
            <a:r>
              <a:rPr lang="ko-KR" altLang="en-US" dirty="0"/>
              <a:t>유저는 플레이어 캐릭터를 조작할 수 있지만</a:t>
            </a:r>
            <a:r>
              <a:rPr lang="en-US" altLang="ko-KR" dirty="0"/>
              <a:t>, NPC</a:t>
            </a:r>
            <a:r>
              <a:rPr lang="ko-KR" altLang="en-US" dirty="0"/>
              <a:t>들은 연기를 하는 상황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CAF4F359-90D2-C370-EDB7-967A27D01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라스트 오브 어스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6693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EE2A8-A39E-CFCB-EA3B-2C9E71C13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97A9B0-4309-E5AE-7D52-048CF5B5C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플레이어 캐릭터가 어디에 </a:t>
            </a:r>
            <a:r>
              <a:rPr lang="ko-KR" altLang="en-US" dirty="0" err="1"/>
              <a:t>위치해있든</a:t>
            </a:r>
            <a:r>
              <a:rPr lang="en-US" altLang="ko-KR" dirty="0"/>
              <a:t>, </a:t>
            </a:r>
            <a:r>
              <a:rPr lang="ko-KR" altLang="en-US" dirty="0"/>
              <a:t>게임의 스토리를 같은 방향으로 나가게 하기 위해서</a:t>
            </a:r>
            <a:r>
              <a:rPr lang="en-US" altLang="ko-KR" dirty="0"/>
              <a:t>, </a:t>
            </a:r>
            <a:r>
              <a:rPr lang="ko-KR" altLang="en-US" dirty="0"/>
              <a:t>이 게임은 영상을 통해 이야기를 보여준다</a:t>
            </a:r>
            <a:r>
              <a:rPr lang="en-US" altLang="ko-KR" dirty="0"/>
              <a:t>. </a:t>
            </a:r>
            <a:r>
              <a:rPr lang="ko-KR" altLang="en-US" dirty="0"/>
              <a:t>이건 의도적으로 개발자가 의도한 것</a:t>
            </a:r>
            <a:r>
              <a:rPr lang="en-US" altLang="ko-KR" dirty="0"/>
              <a:t>. </a:t>
            </a:r>
            <a:r>
              <a:rPr lang="ko-KR" altLang="en-US" dirty="0"/>
              <a:t>이런 똑똑한 연출을 나도 할 수 있으면 좋겠다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게임에서는 </a:t>
            </a:r>
            <a:r>
              <a:rPr lang="en-US" altLang="ko-KR" dirty="0"/>
              <a:t>‘</a:t>
            </a:r>
            <a:r>
              <a:rPr lang="ko-KR" altLang="en-US" dirty="0"/>
              <a:t>좀비</a:t>
            </a:r>
            <a:r>
              <a:rPr lang="en-US" altLang="ko-KR" dirty="0"/>
              <a:t>’</a:t>
            </a:r>
            <a:r>
              <a:rPr lang="ko-KR" altLang="en-US" dirty="0"/>
              <a:t>라는 말을 쓰지 않는다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갑자기 뛰어든 이웃을 총으로 쏜 아버지가</a:t>
            </a:r>
            <a:r>
              <a:rPr lang="en-US" altLang="ko-KR" dirty="0"/>
              <a:t>, </a:t>
            </a:r>
            <a:r>
              <a:rPr lang="ko-KR" altLang="en-US" dirty="0"/>
              <a:t>겁먹은 딸의 손을 잡고 차에 태우는 장면을 통해</a:t>
            </a:r>
            <a:r>
              <a:rPr lang="en-US" altLang="ko-KR" dirty="0"/>
              <a:t>, </a:t>
            </a:r>
            <a:r>
              <a:rPr lang="ko-KR" altLang="en-US" dirty="0"/>
              <a:t>플레이어는 기획자의 의도대로 집 안에서 차로 등장 무대가 옮겨진다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이렇게 똑똑하게 연출하면</a:t>
            </a:r>
            <a:r>
              <a:rPr lang="en-US" altLang="ko-KR" dirty="0"/>
              <a:t>, </a:t>
            </a:r>
            <a:r>
              <a:rPr lang="ko-KR" altLang="en-US" dirty="0"/>
              <a:t>플레이어들은 자유도가 없다고 느끼기보다는 자연스럽다고 느낄 수 있게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DF49F604-4141-796B-B7A5-9C8AC2F1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라스트 오브 어스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3129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B3FD2-C6FB-6643-880F-3010B1FCB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8D3D37-7F48-E3CB-AA8A-B462CB6B8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게임에서 필요한 부분은 힘을 빼서 표현하고</a:t>
            </a:r>
            <a:r>
              <a:rPr lang="en-US" altLang="ko-KR" dirty="0"/>
              <a:t>, </a:t>
            </a:r>
            <a:r>
              <a:rPr lang="ko-KR" altLang="en-US" dirty="0"/>
              <a:t>게임에 필요한 부분만 힘을 줘서 표현하는 것이 필요하다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보여지는 부분만 힘을 주면 된다는 것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너무 다 잘할 필요가 없다</a:t>
            </a:r>
            <a:r>
              <a:rPr lang="en-US" altLang="ko-KR" dirty="0"/>
              <a:t>. (</a:t>
            </a:r>
            <a:r>
              <a:rPr lang="ko-KR" altLang="en-US" dirty="0"/>
              <a:t>중소 기업은 너무 다 잘하려고 한대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NPC</a:t>
            </a:r>
            <a:r>
              <a:rPr lang="ko-KR" altLang="en-US" dirty="0"/>
              <a:t>가 운전한다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클리셰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아포칼립스</a:t>
            </a:r>
            <a:r>
              <a:rPr lang="ko-KR" altLang="en-US" dirty="0"/>
              <a:t> 상황에서 주인공이 누군가를 도울지 말지를 선택하는 </a:t>
            </a:r>
            <a:r>
              <a:rPr lang="ko-KR" altLang="en-US" dirty="0" err="1"/>
              <a:t>상황같은</a:t>
            </a:r>
            <a:r>
              <a:rPr lang="ko-KR" altLang="en-US" dirty="0"/>
              <a:t> 것들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여러 가지 상황들에 따라 캐릭터가 어떻게 행동할지에 따라서 캐릭터의 외면에도 영향이 가게 설정할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359D1F01-00E7-2171-FB29-3AB6279B7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라스트 오브 어스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3851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9B7215-77A0-6ACE-1EBE-F93F06439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차를 운전해서 가다가 다른 차에 받치는 장면 다음에 페이드인 페이드아웃을 한 후</a:t>
            </a:r>
            <a:r>
              <a:rPr lang="en-US" altLang="ko-KR" dirty="0"/>
              <a:t>, </a:t>
            </a:r>
            <a:r>
              <a:rPr lang="ko-KR" altLang="en-US" dirty="0"/>
              <a:t>플레이어 캐릭터가 바뀌는 연출</a:t>
            </a:r>
            <a:endParaRPr lang="en-US" altLang="ko-KR" dirty="0"/>
          </a:p>
          <a:p>
            <a:r>
              <a:rPr lang="ko-KR" altLang="en-US" dirty="0"/>
              <a:t>아버지 캐릭터로 플레이어 캐릭터가 바뀐다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버튼 동작 </a:t>
            </a:r>
            <a:r>
              <a:rPr lang="en-US" altLang="ko-KR" dirty="0"/>
              <a:t>: </a:t>
            </a:r>
            <a:r>
              <a:rPr lang="ko-KR" altLang="en-US" dirty="0"/>
              <a:t>캐릭터의 모든 동작을 모두 다른 각각의 버튼으로 대응시키려면</a:t>
            </a:r>
            <a:r>
              <a:rPr lang="en-US" altLang="ko-KR" dirty="0"/>
              <a:t>, </a:t>
            </a:r>
            <a:r>
              <a:rPr lang="ko-KR" altLang="en-US" dirty="0"/>
              <a:t>용량이 매우 커질 것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               </a:t>
            </a:r>
            <a:r>
              <a:rPr lang="ko-KR" altLang="en-US" dirty="0"/>
              <a:t>따라서 이 때는</a:t>
            </a:r>
            <a:r>
              <a:rPr lang="en-US" altLang="ko-KR" dirty="0"/>
              <a:t>, </a:t>
            </a:r>
            <a:r>
              <a:rPr lang="ko-KR" altLang="en-US" dirty="0"/>
              <a:t>극적인 전개에서 필요한 일시적</a:t>
            </a:r>
            <a:r>
              <a:rPr lang="en-US" altLang="ko-KR" dirty="0"/>
              <a:t>,</a:t>
            </a:r>
            <a:r>
              <a:rPr lang="ko-KR" altLang="en-US" dirty="0"/>
              <a:t>단편적인 액션은 이벤트로 만들 수 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             </a:t>
            </a:r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시간 내에 버튼을 누르면 성공 씬</a:t>
            </a:r>
            <a:r>
              <a:rPr lang="en-US" altLang="ko-KR" dirty="0"/>
              <a:t>, </a:t>
            </a:r>
            <a:r>
              <a:rPr lang="ko-KR" altLang="en-US" dirty="0"/>
              <a:t>실패하면 실패 </a:t>
            </a:r>
            <a:r>
              <a:rPr lang="ko-KR" altLang="en-US" dirty="0" err="1"/>
              <a:t>씬을</a:t>
            </a:r>
            <a:r>
              <a:rPr lang="ko-KR" altLang="en-US" dirty="0"/>
              <a:t> 보여줄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21B8E5E-65E3-ADF1-9867-54DC3939C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라스트 오브 어스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9262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811C8-CAA3-FFAB-B1D7-BD1103290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BD4E18-B3F1-B66A-D564-203B695D7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상황의 </a:t>
            </a:r>
            <a:r>
              <a:rPr lang="ko-KR" altLang="en-US" dirty="0" err="1"/>
              <a:t>기차칸</a:t>
            </a:r>
            <a:r>
              <a:rPr lang="ko-KR" altLang="en-US" dirty="0"/>
              <a:t> </a:t>
            </a:r>
            <a:r>
              <a:rPr lang="en-US" altLang="ko-KR" dirty="0"/>
              <a:t>1 : </a:t>
            </a:r>
            <a:r>
              <a:rPr lang="ko-KR" altLang="en-US" dirty="0"/>
              <a:t>버튼 액션에 성공해서</a:t>
            </a:r>
            <a:r>
              <a:rPr lang="en-US" altLang="ko-KR" dirty="0"/>
              <a:t> </a:t>
            </a:r>
            <a:r>
              <a:rPr lang="ko-KR" altLang="en-US" dirty="0"/>
              <a:t>차에서 내리자마자 좀비에게 공격당하는 아버지는 손을 쓸 수가 없는 상황</a:t>
            </a:r>
            <a:endParaRPr lang="en-US" altLang="ko-KR" dirty="0"/>
          </a:p>
          <a:p>
            <a:r>
              <a:rPr lang="ko-KR" altLang="en-US" dirty="0"/>
              <a:t>상황의 </a:t>
            </a:r>
            <a:r>
              <a:rPr lang="ko-KR" altLang="en-US" dirty="0" err="1"/>
              <a:t>기차칸</a:t>
            </a:r>
            <a:r>
              <a:rPr lang="ko-KR" altLang="en-US" dirty="0"/>
              <a:t> </a:t>
            </a:r>
            <a:r>
              <a:rPr lang="en-US" altLang="ko-KR" dirty="0"/>
              <a:t>2 : </a:t>
            </a:r>
            <a:r>
              <a:rPr lang="ko-KR" altLang="en-US" dirty="0"/>
              <a:t>아버지를 도와주는 아버지의 동생인 삼촌</a:t>
            </a:r>
            <a:endParaRPr lang="en-US" altLang="ko-KR" dirty="0"/>
          </a:p>
          <a:p>
            <a:r>
              <a:rPr lang="ko-KR" altLang="en-US" dirty="0"/>
              <a:t>상황의 </a:t>
            </a:r>
            <a:r>
              <a:rPr lang="ko-KR" altLang="en-US" dirty="0" err="1"/>
              <a:t>기차칸</a:t>
            </a:r>
            <a:r>
              <a:rPr lang="ko-KR" altLang="en-US" dirty="0"/>
              <a:t> </a:t>
            </a:r>
            <a:r>
              <a:rPr lang="en-US" altLang="ko-KR" dirty="0"/>
              <a:t>3 : </a:t>
            </a:r>
            <a:r>
              <a:rPr lang="ko-KR" altLang="en-US" dirty="0"/>
              <a:t>하필 차 사고로 다리를 다친 딸</a:t>
            </a:r>
            <a:endParaRPr lang="en-US" altLang="ko-KR" dirty="0"/>
          </a:p>
          <a:p>
            <a:r>
              <a:rPr lang="ko-KR" altLang="en-US" dirty="0"/>
              <a:t>상황의 </a:t>
            </a:r>
            <a:r>
              <a:rPr lang="ko-KR" altLang="en-US" dirty="0" err="1"/>
              <a:t>기차칸</a:t>
            </a:r>
            <a:r>
              <a:rPr lang="ko-KR" altLang="en-US" dirty="0"/>
              <a:t> </a:t>
            </a:r>
            <a:r>
              <a:rPr lang="en-US" altLang="ko-KR" dirty="0"/>
              <a:t>4 : </a:t>
            </a:r>
            <a:r>
              <a:rPr lang="ko-KR" altLang="en-US" dirty="0"/>
              <a:t>아버지는 두 손으로 딸을 앞으로 안고</a:t>
            </a:r>
            <a:r>
              <a:rPr lang="en-US" altLang="ko-KR" dirty="0"/>
              <a:t>, </a:t>
            </a:r>
            <a:r>
              <a:rPr lang="ko-KR" altLang="en-US" dirty="0"/>
              <a:t>동생인 삼촌이 총을 들고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이러한 상황의 </a:t>
            </a:r>
            <a:r>
              <a:rPr lang="ko-KR" altLang="en-US" dirty="0" err="1"/>
              <a:t>기차칸의</a:t>
            </a:r>
            <a:r>
              <a:rPr lang="ko-KR" altLang="en-US" dirty="0"/>
              <a:t> 연속으로</a:t>
            </a:r>
            <a:r>
              <a:rPr lang="en-US" altLang="ko-KR" dirty="0"/>
              <a:t>, </a:t>
            </a:r>
            <a:r>
              <a:rPr lang="ko-KR" altLang="en-US" dirty="0"/>
              <a:t>플레이어는 자연스럽게 모든 상황들을 받아들인다</a:t>
            </a:r>
            <a:r>
              <a:rPr lang="en-US" altLang="ko-KR" dirty="0"/>
              <a:t>. </a:t>
            </a:r>
            <a:r>
              <a:rPr lang="ko-KR" altLang="en-US" dirty="0"/>
              <a:t>왜 아버지가 총을 들지 않지</a:t>
            </a:r>
            <a:r>
              <a:rPr lang="en-US" altLang="ko-KR" dirty="0"/>
              <a:t>? </a:t>
            </a:r>
            <a:r>
              <a:rPr lang="ko-KR" altLang="en-US" dirty="0"/>
              <a:t>등과 같은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2CEA96A-36BA-8933-B161-3A854EAFC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라스트 오브 어스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5454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98541-4627-767F-296F-9439267D2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629EEE-A63D-D659-57D1-6C15FFCD4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어짜피</a:t>
            </a:r>
            <a:r>
              <a:rPr lang="ko-KR" altLang="en-US" dirty="0"/>
              <a:t> 플레이어가 가야 할 길은 하나라서</a:t>
            </a:r>
            <a:r>
              <a:rPr lang="en-US" altLang="ko-KR" dirty="0"/>
              <a:t>, </a:t>
            </a:r>
            <a:r>
              <a:rPr lang="ko-KR" altLang="en-US" dirty="0"/>
              <a:t>여러 가지 이벤트들</a:t>
            </a:r>
            <a:r>
              <a:rPr lang="en-US" altLang="ko-KR" dirty="0"/>
              <a:t>(</a:t>
            </a:r>
            <a:r>
              <a:rPr lang="ko-KR" altLang="en-US" dirty="0"/>
              <a:t>건물이 무너지거나 차로 </a:t>
            </a:r>
            <a:r>
              <a:rPr lang="ko-KR" altLang="en-US" dirty="0" err="1"/>
              <a:t>막혀있거나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을 통해 플레이어가 개발자가 의도한 길로 가도록 유도할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유일하게 총을 들고 있는 캐릭터인 삼촌이</a:t>
            </a:r>
            <a:r>
              <a:rPr lang="en-US" altLang="ko-KR" dirty="0"/>
              <a:t>, </a:t>
            </a:r>
            <a:r>
              <a:rPr lang="ko-KR" altLang="en-US" dirty="0"/>
              <a:t>건물에서 나오려는 좀비들을 막기 위해 문을 잡고 있는 상황을 통해</a:t>
            </a:r>
            <a:r>
              <a:rPr lang="en-US" altLang="ko-KR" dirty="0"/>
              <a:t>, </a:t>
            </a:r>
            <a:r>
              <a:rPr lang="ko-KR" altLang="en-US" dirty="0"/>
              <a:t>아버지와 딸과 헤어지게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여러 가지 구조물들의 빛을 통해 플레이어가 가야 할 길을 안내한다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길을 따라 간 곳에서 군인을 만나지만</a:t>
            </a:r>
            <a:r>
              <a:rPr lang="en-US" altLang="ko-KR" dirty="0"/>
              <a:t>, </a:t>
            </a:r>
            <a:r>
              <a:rPr lang="ko-KR" altLang="en-US" dirty="0"/>
              <a:t>군인은 상부의 명령으로 그들에게 총을 발포하고</a:t>
            </a:r>
            <a:r>
              <a:rPr lang="en-US" altLang="ko-KR" dirty="0"/>
              <a:t>, </a:t>
            </a:r>
            <a:r>
              <a:rPr lang="ko-KR" altLang="en-US" dirty="0"/>
              <a:t>삼촌이 나타나 군인을 쏘지만</a:t>
            </a:r>
            <a:r>
              <a:rPr lang="en-US" altLang="ko-KR" dirty="0"/>
              <a:t>, </a:t>
            </a:r>
            <a:r>
              <a:rPr lang="ko-KR" altLang="en-US" dirty="0"/>
              <a:t>결국 딸은 총에 맞아 죽게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D78CD94-14C1-64D8-868B-EC85030D6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라스트 오브 어스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4604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32A1F-54C4-A0B4-B6F5-F4D071D4A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9F155E-A656-7421-5B24-72051876B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이렇게 딸을 잃게 된 아버지</a:t>
            </a:r>
            <a:r>
              <a:rPr lang="en-US" altLang="ko-KR" dirty="0"/>
              <a:t>. </a:t>
            </a:r>
            <a:r>
              <a:rPr lang="ko-KR" altLang="en-US" dirty="0"/>
              <a:t>그러나 새롭게 딸처럼 여길 수 있는 소녀가 나타난다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더 이상 딸을 잃기 싫은 아버지는</a:t>
            </a:r>
            <a:r>
              <a:rPr lang="en-US" altLang="ko-KR" dirty="0"/>
              <a:t>, </a:t>
            </a:r>
            <a:r>
              <a:rPr lang="ko-KR" altLang="en-US" dirty="0"/>
              <a:t>그 소녀를 구하기 위해 고군분투하는 모습을 보여준다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소녀는 백신을 만들 수 있는 연구 실험체로 연구실에 필요하지만</a:t>
            </a:r>
            <a:r>
              <a:rPr lang="en-US" altLang="ko-KR" dirty="0"/>
              <a:t>, </a:t>
            </a:r>
            <a:r>
              <a:rPr lang="ko-KR" altLang="en-US" dirty="0"/>
              <a:t>딸을 더 이상 잃기 싫은 아버지는</a:t>
            </a:r>
            <a:r>
              <a:rPr lang="en-US" altLang="ko-KR" dirty="0"/>
              <a:t>, </a:t>
            </a:r>
            <a:r>
              <a:rPr lang="ko-KR" altLang="en-US" dirty="0"/>
              <a:t>이기적이지만 세상을 구하기보다는 소녀를 구하는 선택을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도입부에서 딸을 잃은 모습을 플레이어들은 봤기 때문에</a:t>
            </a:r>
            <a:r>
              <a:rPr lang="en-US" altLang="ko-KR" dirty="0"/>
              <a:t>, </a:t>
            </a:r>
            <a:r>
              <a:rPr lang="ko-KR" altLang="en-US" dirty="0"/>
              <a:t>그 이기적인 상황에도 박수를 보내게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4EAF70B-030B-1BD4-CDD0-7ADA254AA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라스트 오브 어스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9426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6726C-249F-985A-A200-31BDE18F0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EE290F-1A02-1974-E731-EA8F94CCA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이렇게 정을 준 캐릭터를</a:t>
            </a:r>
            <a:r>
              <a:rPr lang="en-US" altLang="ko-KR" dirty="0"/>
              <a:t>, 2</a:t>
            </a:r>
            <a:r>
              <a:rPr lang="ko-KR" altLang="en-US" dirty="0"/>
              <a:t>편에서 너무 허무하게 죽게 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이러면 플레이어들은 반감이 생긴다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편에는 이러한 개발자의 유희가 너무 들어가버려서</a:t>
            </a:r>
            <a:br>
              <a:rPr lang="en-US" altLang="ko-KR" dirty="0"/>
            </a:br>
            <a:r>
              <a:rPr lang="ko-KR" altLang="en-US" dirty="0"/>
              <a:t>기술적이고 게임적으로는 훨씬 </a:t>
            </a:r>
            <a:r>
              <a:rPr lang="en-US" altLang="ko-KR" dirty="0"/>
              <a:t>2</a:t>
            </a:r>
            <a:r>
              <a:rPr lang="ko-KR" altLang="en-US" dirty="0"/>
              <a:t>편이 잘 만들었지만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플레이의 목적</a:t>
            </a:r>
            <a:r>
              <a:rPr lang="en-US" altLang="ko-KR" dirty="0"/>
              <a:t>, </a:t>
            </a:r>
            <a:r>
              <a:rPr lang="ko-KR" altLang="en-US" dirty="0"/>
              <a:t>이야기의 목적은 </a:t>
            </a:r>
            <a:r>
              <a:rPr lang="en-US" altLang="ko-KR" dirty="0"/>
              <a:t>1</a:t>
            </a:r>
            <a:r>
              <a:rPr lang="ko-KR" altLang="en-US" dirty="0"/>
              <a:t>편이 훨씬 잘 만들었다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7DB9343-285E-2566-4EE1-961CB44D7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라스트 오브 어스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5200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C89154-4071-4644-AF86-5A5F6544E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내일 배울 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B13EC2-C6E5-93C6-A9AB-635D734E4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Waypoint : </a:t>
            </a:r>
            <a:r>
              <a:rPr lang="ko-KR" altLang="en-US" dirty="0"/>
              <a:t>플레이의 동선</a:t>
            </a:r>
            <a:endParaRPr lang="en-US" altLang="ko-KR" dirty="0"/>
          </a:p>
          <a:p>
            <a:r>
              <a:rPr lang="en-US" altLang="ko-KR" dirty="0"/>
              <a:t>Landmark : </a:t>
            </a:r>
            <a:r>
              <a:rPr lang="ko-KR" altLang="en-US" dirty="0"/>
              <a:t>대표적인 상징물이거나</a:t>
            </a:r>
            <a:r>
              <a:rPr lang="en-US" altLang="ko-KR" dirty="0"/>
              <a:t>, </a:t>
            </a:r>
            <a:r>
              <a:rPr lang="ko-KR" altLang="en-US" dirty="0" err="1"/>
              <a:t>맵이</a:t>
            </a:r>
            <a:r>
              <a:rPr lang="ko-KR" altLang="en-US" dirty="0"/>
              <a:t> 기억할 수 있는 사건의 장소나 상징요소가 위치한 곳</a:t>
            </a:r>
            <a:endParaRPr lang="en-US" altLang="ko-KR" dirty="0"/>
          </a:p>
          <a:p>
            <a:r>
              <a:rPr lang="en-US" altLang="ko-KR" dirty="0"/>
              <a:t>Theme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위의 </a:t>
            </a:r>
            <a:r>
              <a:rPr lang="en-US" altLang="ko-KR" dirty="0"/>
              <a:t>2</a:t>
            </a:r>
            <a:r>
              <a:rPr lang="ko-KR" altLang="en-US" dirty="0"/>
              <a:t>가지 요소를 통해 </a:t>
            </a:r>
            <a:r>
              <a:rPr lang="ko-KR" altLang="en-US" dirty="0" err="1"/>
              <a:t>맵의</a:t>
            </a:r>
            <a:r>
              <a:rPr lang="ko-KR" altLang="en-US" dirty="0"/>
              <a:t> 테마가 형성된다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</a:t>
            </a:r>
            <a:r>
              <a:rPr lang="en-US" altLang="ko-KR" dirty="0"/>
              <a:t>3</a:t>
            </a:r>
            <a:r>
              <a:rPr lang="ko-KR" altLang="en-US" dirty="0"/>
              <a:t>가지는 게임의 등장 무대에 아주 </a:t>
            </a:r>
            <a:r>
              <a:rPr lang="ko-KR" altLang="en-US"/>
              <a:t>중요한 요소들이다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3416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1189</Words>
  <Application>Microsoft Office PowerPoint</Application>
  <PresentationFormat>와이드스크린</PresentationFormat>
  <Paragraphs>92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Level (레벨)</vt:lpstr>
      <vt:lpstr>게임 화면</vt:lpstr>
      <vt:lpstr>PowerPoint 프레젠테이션</vt:lpstr>
      <vt:lpstr>배경</vt:lpstr>
      <vt:lpstr>시네마틱</vt:lpstr>
      <vt:lpstr>몬스터의 방향성</vt:lpstr>
      <vt:lpstr>게임 화면 구성</vt:lpstr>
      <vt:lpstr>[라스트 오브 어스]</vt:lpstr>
      <vt:lpstr>[라스트 오브 어스]</vt:lpstr>
      <vt:lpstr>[라스트 오브 어스]</vt:lpstr>
      <vt:lpstr>[라스트 오브 어스]</vt:lpstr>
      <vt:lpstr>[라스트 오브 어스]</vt:lpstr>
      <vt:lpstr>[라스트 오브 어스]</vt:lpstr>
      <vt:lpstr>[라스트 오브 어스]</vt:lpstr>
      <vt:lpstr>[라스트 오브 어스]</vt:lpstr>
      <vt:lpstr>[라스트 오브 어스]</vt:lpstr>
      <vt:lpstr>[라스트 오브 어스]</vt:lpstr>
      <vt:lpstr>내일 배울 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2026-05-13T05:01:36Z</dcterms:created>
  <dcterms:modified xsi:type="dcterms:W3CDTF">2026-05-13T06:54:55Z</dcterms:modified>
</cp:coreProperties>
</file>