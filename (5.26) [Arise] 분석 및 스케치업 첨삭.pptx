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36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08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802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250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19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9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036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2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23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77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289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DFD5F-66A3-4875-8073-702843DA61E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AA48A-BA95-4484-80C6-BBC3FE84E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08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잘 만든 레벨에 대해서 배워보자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현업 가면 우리가 해야 할 일</a:t>
            </a:r>
            <a:r>
              <a:rPr lang="en-US" altLang="ko-KR" smtClean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24525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368" y="365125"/>
            <a:ext cx="11149264" cy="1325563"/>
          </a:xfrm>
        </p:spPr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운동장</a:t>
            </a:r>
            <a:r>
              <a:rPr lang="en-US" altLang="ko-KR" smtClean="0"/>
              <a:t>’</a:t>
            </a:r>
            <a:r>
              <a:rPr lang="ko-KR" altLang="en-US" smtClean="0"/>
              <a:t>이라는 단어로 떠올릴 수 있는 것들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달리기</a:t>
            </a:r>
            <a:r>
              <a:rPr lang="en-US" altLang="ko-KR" smtClean="0"/>
              <a:t>, </a:t>
            </a:r>
            <a:r>
              <a:rPr lang="ko-KR" altLang="en-US" smtClean="0"/>
              <a:t>체육 대회</a:t>
            </a:r>
            <a:r>
              <a:rPr lang="en-US" altLang="ko-KR" smtClean="0"/>
              <a:t>, </a:t>
            </a:r>
            <a:r>
              <a:rPr lang="ko-KR" altLang="en-US" smtClean="0"/>
              <a:t>방과 후</a:t>
            </a:r>
            <a:r>
              <a:rPr lang="en-US" altLang="ko-KR" smtClean="0"/>
              <a:t>, </a:t>
            </a:r>
            <a:r>
              <a:rPr lang="ko-KR" altLang="en-US" smtClean="0"/>
              <a:t>놀이터</a:t>
            </a:r>
            <a:r>
              <a:rPr lang="en-US" altLang="ko-KR" smtClean="0"/>
              <a:t>, </a:t>
            </a:r>
            <a:r>
              <a:rPr lang="ko-KR" altLang="en-US" smtClean="0"/>
              <a:t>운동</a:t>
            </a:r>
            <a:r>
              <a:rPr lang="en-US" altLang="ko-KR" smtClean="0"/>
              <a:t>, </a:t>
            </a:r>
            <a:r>
              <a:rPr lang="ko-KR" altLang="en-US" smtClean="0"/>
              <a:t>축구</a:t>
            </a:r>
            <a:r>
              <a:rPr lang="en-US" altLang="ko-KR" smtClean="0"/>
              <a:t>, </a:t>
            </a:r>
            <a:r>
              <a:rPr lang="ko-KR" altLang="en-US" smtClean="0"/>
              <a:t>주차장</a:t>
            </a:r>
            <a:r>
              <a:rPr lang="en-US" altLang="ko-KR" smtClean="0"/>
              <a:t>, </a:t>
            </a:r>
            <a:r>
              <a:rPr lang="ko-KR" altLang="en-US" smtClean="0"/>
              <a:t>공연</a:t>
            </a:r>
            <a:r>
              <a:rPr lang="en-US" altLang="ko-KR" smtClean="0"/>
              <a:t>, </a:t>
            </a:r>
            <a:r>
              <a:rPr lang="ko-KR" altLang="en-US" smtClean="0"/>
              <a:t>러닝 크루</a:t>
            </a:r>
            <a:r>
              <a:rPr lang="en-US" altLang="ko-KR" smtClean="0"/>
              <a:t>, </a:t>
            </a:r>
            <a:r>
              <a:rPr lang="ko-KR" altLang="en-US" smtClean="0"/>
              <a:t>체력장</a:t>
            </a:r>
            <a:r>
              <a:rPr lang="en-US" altLang="ko-KR" smtClean="0"/>
              <a:t>, </a:t>
            </a:r>
            <a:r>
              <a:rPr lang="ko-KR" altLang="en-US" smtClean="0"/>
              <a:t>오래 달리기</a:t>
            </a:r>
            <a:r>
              <a:rPr lang="en-US" altLang="ko-KR" smtClean="0"/>
              <a:t>, </a:t>
            </a:r>
            <a:r>
              <a:rPr lang="ko-KR" altLang="en-US" smtClean="0"/>
              <a:t>만남의 장소</a:t>
            </a:r>
            <a:r>
              <a:rPr lang="en-US" altLang="ko-KR" smtClean="0"/>
              <a:t>, </a:t>
            </a:r>
            <a:r>
              <a:rPr lang="ko-KR" altLang="en-US" smtClean="0"/>
              <a:t>추억</a:t>
            </a:r>
            <a:r>
              <a:rPr lang="en-US" altLang="ko-KR" smtClean="0"/>
              <a:t>, </a:t>
            </a:r>
            <a:r>
              <a:rPr lang="ko-KR" altLang="en-US" smtClean="0"/>
              <a:t>타임캡슐</a:t>
            </a:r>
            <a:r>
              <a:rPr lang="en-US" altLang="ko-KR" smtClean="0"/>
              <a:t>, </a:t>
            </a:r>
            <a:r>
              <a:rPr lang="ko-KR" altLang="en-US" smtClean="0"/>
              <a:t>동전</a:t>
            </a:r>
            <a:r>
              <a:rPr lang="en-US" altLang="ko-KR" smtClean="0"/>
              <a:t>, </a:t>
            </a:r>
            <a:r>
              <a:rPr lang="ko-KR" altLang="en-US" smtClean="0"/>
              <a:t>분실물</a:t>
            </a:r>
            <a:r>
              <a:rPr lang="en-US" altLang="ko-KR" smtClean="0"/>
              <a:t>, </a:t>
            </a:r>
            <a:r>
              <a:rPr lang="ko-KR" altLang="en-US" smtClean="0"/>
              <a:t>정글짐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리마커블한 생각을 해보자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20" y="2710688"/>
            <a:ext cx="5050609" cy="414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2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271111"/>
            <a:ext cx="9448798" cy="631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엄청 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내가 만들고 싶은 게임들에 대해</a:t>
            </a:r>
            <a:endParaRPr lang="en-US" altLang="ko-KR" smtClean="0"/>
          </a:p>
          <a:p>
            <a:r>
              <a:rPr lang="ko-KR" altLang="en-US" smtClean="0"/>
              <a:t>상상을 많이 하자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배울 때 영상을 시청하는 것 </a:t>
            </a:r>
            <a:r>
              <a:rPr lang="en-US" altLang="ko-KR" smtClean="0"/>
              <a:t>=&gt; </a:t>
            </a:r>
            <a:r>
              <a:rPr lang="ko-KR" altLang="en-US" smtClean="0"/>
              <a:t>라이브러리화</a:t>
            </a:r>
            <a:endParaRPr lang="en-US" altLang="ko-KR" smtClean="0"/>
          </a:p>
          <a:p>
            <a:r>
              <a:rPr lang="ko-KR" altLang="en-US" smtClean="0"/>
              <a:t>상상의 근거가 있어야 하기 때문에 영상을 시청하는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68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" y="313622"/>
            <a:ext cx="11855116" cy="623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9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[Arise – A simple story]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한</a:t>
            </a:r>
            <a:r>
              <a:rPr lang="en-US" altLang="ko-KR" smtClean="0"/>
              <a:t> </a:t>
            </a:r>
            <a:r>
              <a:rPr lang="ko-KR" altLang="en-US" smtClean="0"/>
              <a:t>사람의 인생을 어떤 식으로 게임에 표현했는가</a:t>
            </a:r>
            <a:endParaRPr lang="en-US" altLang="ko-KR" smtClean="0"/>
          </a:p>
          <a:p>
            <a:r>
              <a:rPr lang="en-US" altLang="ko-KR" smtClean="0"/>
              <a:t>＇</a:t>
            </a:r>
            <a:r>
              <a:rPr lang="ko-KR" altLang="en-US" smtClean="0"/>
              <a:t>수영</a:t>
            </a:r>
            <a:r>
              <a:rPr lang="en-US" altLang="ko-KR" smtClean="0"/>
              <a:t>’ : </a:t>
            </a:r>
            <a:r>
              <a:rPr lang="ko-KR" altLang="en-US" smtClean="0"/>
              <a:t>수영을 하면 이 게임의 대부분의 퍼즐이 성립되지 않으므로 수영은 할 수 없다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Fill up</a:t>
            </a:r>
            <a:r>
              <a:rPr lang="ko-KR" altLang="en-US" smtClean="0"/>
              <a:t>의 요구 </a:t>
            </a:r>
            <a:r>
              <a:rPr lang="en-US" altLang="ko-KR" smtClean="0"/>
              <a:t>: </a:t>
            </a:r>
            <a:r>
              <a:rPr lang="ko-KR" altLang="en-US" smtClean="0"/>
              <a:t>채우려고 하는 욕구</a:t>
            </a:r>
            <a:endParaRPr lang="en-US" altLang="ko-KR" smtClean="0"/>
          </a:p>
          <a:p>
            <a:r>
              <a:rPr lang="en-US" altLang="ko-KR" smtClean="0"/>
              <a:t>N</a:t>
            </a:r>
            <a:r>
              <a:rPr lang="ko-KR" altLang="en-US" smtClean="0"/>
              <a:t>차 플레이를 유도함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매 챕터</a:t>
            </a:r>
            <a:r>
              <a:rPr lang="en-US" altLang="ko-KR" smtClean="0"/>
              <a:t>/</a:t>
            </a:r>
            <a:r>
              <a:rPr lang="ko-KR" altLang="en-US" smtClean="0"/>
              <a:t>테마 마다 나무 판자의 역할을 하는 이미지가 달라진다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478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퍼즐을 푸는 공간이 너무 크면 의미없이 난이도가 올라가므로</a:t>
            </a:r>
            <a:endParaRPr lang="en-US" altLang="ko-KR" smtClean="0"/>
          </a:p>
          <a:p>
            <a:r>
              <a:rPr lang="ko-KR" altLang="en-US" smtClean="0"/>
              <a:t>이 게임에서는 그 연출을</a:t>
            </a:r>
            <a:endParaRPr lang="en-US" altLang="ko-KR" smtClean="0"/>
          </a:p>
          <a:p>
            <a:r>
              <a:rPr lang="ko-KR" altLang="en-US" smtClean="0"/>
              <a:t>물을 밟으면 흘러가게 만들었다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난이도의 곡선의 흐름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영상 사이트</a:t>
            </a:r>
            <a:endParaRPr lang="en-US" altLang="ko-KR" smtClean="0"/>
          </a:p>
          <a:p>
            <a:r>
              <a:rPr lang="en-US" altLang="ko-KR" smtClean="0"/>
              <a:t>https://www.youtube.com/watch?v=Wd6Rua3Qcf8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269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175</Words>
  <Application>Microsoft Office PowerPoint</Application>
  <PresentationFormat>와이드스크린</PresentationFormat>
  <Paragraphs>29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잘 만든 레벨에 대해서 배워보자.</vt:lpstr>
      <vt:lpstr>‘운동장’이라는 단어로 떠올릴 수 있는 것들</vt:lpstr>
      <vt:lpstr>PowerPoint 프레젠테이션</vt:lpstr>
      <vt:lpstr>상상</vt:lpstr>
      <vt:lpstr>PowerPoint 프레젠테이션</vt:lpstr>
      <vt:lpstr>[Arise – A simple story] - 수탉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잘 만든 레벨에 대해서 배워보자.</dc:title>
  <dc:creator>FullName</dc:creator>
  <cp:lastModifiedBy>FullName</cp:lastModifiedBy>
  <cp:revision>6</cp:revision>
  <dcterms:created xsi:type="dcterms:W3CDTF">2026-05-26T04:53:47Z</dcterms:created>
  <dcterms:modified xsi:type="dcterms:W3CDTF">2026-05-26T06:22:44Z</dcterms:modified>
</cp:coreProperties>
</file>