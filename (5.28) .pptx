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72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48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06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966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55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95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0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42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378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08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37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A843E-81A3-46BE-8886-F16C22A623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543F6-AF7F-4372-BC5E-7245645710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40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지난 시간 판서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277"/>
            <a:ext cx="8153399" cy="541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7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판서의 내용을 절대 잊지 말자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19726"/>
            <a:ext cx="10515600" cy="5438273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면접 때나 포트폴리오에 용어를 잘 사용하면 아주 좋다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게임의 정의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게임 디자이너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시나리오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설정 </a:t>
            </a:r>
            <a:r>
              <a:rPr lang="en-US" altLang="ko-KR" smtClean="0"/>
              <a:t>(</a:t>
            </a:r>
            <a:r>
              <a:rPr lang="ko-KR" altLang="en-US" smtClean="0"/>
              <a:t>선정의 이유</a:t>
            </a:r>
            <a:r>
              <a:rPr lang="en-US" altLang="ko-KR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레벨 </a:t>
            </a:r>
            <a:r>
              <a:rPr lang="en-US" altLang="ko-KR" smtClean="0"/>
              <a:t>(</a:t>
            </a:r>
            <a:r>
              <a:rPr lang="ko-KR" altLang="en-US" smtClean="0"/>
              <a:t>콘텐츠 제시의 순서</a:t>
            </a:r>
            <a:r>
              <a:rPr lang="en-US" altLang="ko-KR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퀘스트 </a:t>
            </a:r>
            <a:r>
              <a:rPr lang="en-US" altLang="ko-KR" smtClean="0"/>
              <a:t>(</a:t>
            </a:r>
            <a:r>
              <a:rPr lang="ko-KR" altLang="en-US" smtClean="0"/>
              <a:t>콘텐츠의 리드 </a:t>
            </a:r>
            <a:r>
              <a:rPr lang="en-US" altLang="ko-KR" smtClean="0"/>
              <a:t>+ </a:t>
            </a:r>
            <a:r>
              <a:rPr lang="ko-KR" altLang="en-US" smtClean="0"/>
              <a:t>리딩</a:t>
            </a:r>
            <a:r>
              <a:rPr lang="en-US" altLang="ko-KR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밸런스 </a:t>
            </a:r>
            <a:r>
              <a:rPr lang="en-US" altLang="ko-KR" smtClean="0"/>
              <a:t>(</a:t>
            </a:r>
            <a:r>
              <a:rPr lang="ko-KR" altLang="en-US" smtClean="0"/>
              <a:t>콘텐츠의 라이프 사이클</a:t>
            </a:r>
            <a:r>
              <a:rPr lang="en-US" altLang="ko-KR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시스템 </a:t>
            </a:r>
            <a:r>
              <a:rPr lang="en-US" altLang="ko-KR" smtClean="0"/>
              <a:t>(</a:t>
            </a:r>
            <a:r>
              <a:rPr lang="ko-KR" altLang="en-US" smtClean="0"/>
              <a:t>콘텐츠간의 관계 형성</a:t>
            </a:r>
            <a:r>
              <a:rPr lang="en-US" altLang="ko-KR" smtClean="0"/>
              <a:t>/</a:t>
            </a:r>
            <a:r>
              <a:rPr lang="ko-KR" altLang="en-US" smtClean="0"/>
              <a:t>유기성</a:t>
            </a:r>
            <a:r>
              <a:rPr lang="en-US" altLang="ko-KR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>
                <a:solidFill>
                  <a:schemeClr val="accent4">
                    <a:lumMod val="75000"/>
                  </a:schemeClr>
                </a:solidFill>
              </a:rPr>
              <a:t>커뮤니티 </a:t>
            </a:r>
            <a:r>
              <a:rPr lang="en-US" altLang="ko-KR" smtClean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mtClean="0">
                <a:solidFill>
                  <a:schemeClr val="accent4">
                    <a:lumMod val="75000"/>
                  </a:schemeClr>
                </a:solidFill>
              </a:rPr>
              <a:t>이건 초급 때는 배우지 </a:t>
            </a:r>
            <a:r>
              <a:rPr lang="en-US" altLang="ko-KR" smtClean="0">
                <a:solidFill>
                  <a:schemeClr val="accent4">
                    <a:lumMod val="75000"/>
                  </a:schemeClr>
                </a:solidFill>
              </a:rPr>
              <a:t>x)</a:t>
            </a:r>
            <a:endParaRPr lang="ko-KR" altLang="en-US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24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2]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잘 만든 코믹한 장면들 위주로 살펴보자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셰이더는 게임 엔진 상에서 만들면 되는데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빛은 그게 아니다</a:t>
            </a:r>
            <a:r>
              <a:rPr lang="en-US" altLang="ko-KR" smtClean="0"/>
              <a:t>. </a:t>
            </a:r>
            <a:r>
              <a:rPr lang="ko-KR" altLang="en-US" smtClean="0"/>
              <a:t>플레이어에게 </a:t>
            </a:r>
            <a:r>
              <a:rPr lang="en-US" altLang="ko-KR" smtClean="0"/>
              <a:t>‘</a:t>
            </a:r>
            <a:r>
              <a:rPr lang="ko-KR" altLang="en-US" smtClean="0"/>
              <a:t>이리로 오세요</a:t>
            </a:r>
            <a:r>
              <a:rPr lang="en-US" altLang="ko-KR" smtClean="0"/>
              <a:t>＇</a:t>
            </a:r>
            <a:r>
              <a:rPr lang="ko-KR" altLang="en-US" smtClean="0"/>
              <a:t>하고 유도하는 지시 용도로 쓸 수 있다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006" y="4810981"/>
            <a:ext cx="2375089" cy="204701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35" y="4810981"/>
            <a:ext cx="3551665" cy="204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59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안전</a:t>
            </a:r>
            <a:r>
              <a:rPr lang="en-US" altLang="ko-KR" smtClean="0"/>
              <a:t>-</a:t>
            </a:r>
            <a:r>
              <a:rPr lang="ko-KR" altLang="en-US" smtClean="0"/>
              <a:t>위험</a:t>
            </a:r>
            <a:r>
              <a:rPr lang="en-US" altLang="ko-KR" smtClean="0"/>
              <a:t>-</a:t>
            </a:r>
            <a:r>
              <a:rPr lang="ko-KR" altLang="en-US" smtClean="0"/>
              <a:t>공략 영역이 시간과 난이도에 따라서 바뀐다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게임은 퍼즐 게임이므로</a:t>
            </a:r>
            <a:r>
              <a:rPr lang="en-US" altLang="ko-KR" smtClean="0"/>
              <a:t>, </a:t>
            </a:r>
            <a:r>
              <a:rPr lang="ko-KR" altLang="en-US" smtClean="0"/>
              <a:t>비현실적인 것들도 그냥 넘어간다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퍼즐성이 리얼리티보다 중요하므로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[GTA]</a:t>
            </a:r>
            <a:r>
              <a:rPr lang="ko-KR" altLang="en-US" smtClean="0"/>
              <a:t>같이 리얼리티가 중요한 게임에서는 이런 비현실적인 부분은 용납할 수 없다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2]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926" y="4512236"/>
            <a:ext cx="5743074" cy="234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431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 게임에서 </a:t>
            </a:r>
            <a:r>
              <a:rPr lang="en-US" altLang="ko-KR" smtClean="0"/>
              <a:t>＇</a:t>
            </a:r>
            <a:r>
              <a:rPr lang="ko-KR" altLang="en-US" smtClean="0"/>
              <a:t>스킨</a:t>
            </a:r>
            <a:r>
              <a:rPr lang="en-US" altLang="ko-KR" smtClean="0"/>
              <a:t>’</a:t>
            </a:r>
            <a:r>
              <a:rPr lang="ko-KR" altLang="en-US" smtClean="0"/>
              <a:t>은 크게 매력적인 게 </a:t>
            </a:r>
            <a:r>
              <a:rPr lang="en-US" altLang="ko-KR" smtClean="0"/>
              <a:t>x</a:t>
            </a:r>
          </a:p>
          <a:p>
            <a:r>
              <a:rPr lang="en-US" altLang="ko-KR" smtClean="0"/>
              <a:t>[</a:t>
            </a:r>
            <a:r>
              <a:rPr lang="ko-KR" altLang="en-US" smtClean="0"/>
              <a:t>스텔라블레이드</a:t>
            </a:r>
            <a:r>
              <a:rPr lang="en-US" altLang="ko-KR" smtClean="0"/>
              <a:t>]</a:t>
            </a:r>
            <a:r>
              <a:rPr lang="ko-KR" altLang="en-US" smtClean="0"/>
              <a:t>나 </a:t>
            </a:r>
            <a:r>
              <a:rPr lang="en-US" altLang="ko-KR" smtClean="0"/>
              <a:t>[</a:t>
            </a:r>
            <a:r>
              <a:rPr lang="ko-KR" altLang="en-US" smtClean="0"/>
              <a:t>블레이드앤소울</a:t>
            </a:r>
            <a:r>
              <a:rPr lang="en-US" altLang="ko-KR" smtClean="0"/>
              <a:t>]</a:t>
            </a:r>
            <a:r>
              <a:rPr lang="ko-KR" altLang="en-US" smtClean="0"/>
              <a:t>에서는 서브 퀘스트같이 매력적으로 스킨을 얻을 수 있게 맵 곳곳에 배치했지만</a:t>
            </a:r>
            <a:endParaRPr lang="en-US" altLang="ko-KR"/>
          </a:p>
          <a:p>
            <a:r>
              <a:rPr lang="ko-KR" altLang="en-US" smtClean="0"/>
              <a:t>이 게임은 그냥 그저그렇다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2]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979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여기부터는 패턴을 봐야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점프할 때 공격해야 한다는 걸 연습시킨다</a:t>
            </a:r>
            <a:r>
              <a:rPr lang="en-US" altLang="ko-KR" smtClean="0"/>
              <a:t>.</a:t>
            </a:r>
            <a:endParaRPr lang="en-US" altLang="ko-KR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73242" y="365125"/>
            <a:ext cx="11245516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2] – </a:t>
            </a:r>
            <a:r>
              <a:rPr lang="ko-KR" altLang="en-US" smtClean="0"/>
              <a:t>수탉 </a:t>
            </a:r>
            <a:r>
              <a:rPr lang="en-US" altLang="ko-KR" smtClean="0"/>
              <a:t>– </a:t>
            </a:r>
            <a:r>
              <a:rPr lang="ko-KR" altLang="en-US" smtClean="0"/>
              <a:t>재밌는 장면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747" y="3163782"/>
            <a:ext cx="5430253" cy="36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0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보스가 플레이어의 위치를 찾아보는 연출</a:t>
            </a:r>
            <a:endParaRPr lang="en-US" altLang="ko-KR" smtClean="0"/>
          </a:p>
          <a:p>
            <a:r>
              <a:rPr lang="ko-KR" altLang="en-US" smtClean="0"/>
              <a:t>어딨나 어딨나</a:t>
            </a:r>
            <a:endParaRPr lang="en-US" altLang="ko-KR" smtClean="0"/>
          </a:p>
          <a:p>
            <a:r>
              <a:rPr lang="ko-KR" altLang="en-US" smtClean="0"/>
              <a:t>많이 쓰는 연출이다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73242" y="365125"/>
            <a:ext cx="11245516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2] – </a:t>
            </a:r>
            <a:r>
              <a:rPr lang="ko-KR" altLang="en-US" smtClean="0"/>
              <a:t>수탉 </a:t>
            </a:r>
            <a:r>
              <a:rPr lang="en-US" altLang="ko-KR" smtClean="0"/>
              <a:t>– </a:t>
            </a:r>
            <a:r>
              <a:rPr lang="ko-KR" altLang="en-US" smtClean="0"/>
              <a:t>재밌는 장면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454" y="3328033"/>
            <a:ext cx="5850546" cy="352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7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 게임에서 이런 구조의 오브젝트가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사다리로 기능한다는 걸 알기 때문에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우리는 이런 구조물을 옮겨서 사다리로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 쓸 수 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73242" y="365125"/>
            <a:ext cx="11245516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2] – </a:t>
            </a:r>
            <a:r>
              <a:rPr lang="ko-KR" altLang="en-US" smtClean="0"/>
              <a:t>수탉 </a:t>
            </a:r>
            <a:r>
              <a:rPr lang="en-US" altLang="ko-KR" smtClean="0"/>
              <a:t>– </a:t>
            </a:r>
            <a:r>
              <a:rPr lang="ko-KR" altLang="en-US" smtClean="0"/>
              <a:t>재밌는 장면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779" y="0"/>
            <a:ext cx="4275221" cy="685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69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컨텐츠 이해도 </a:t>
            </a:r>
            <a:r>
              <a:rPr lang="en-US" altLang="ko-KR" smtClean="0"/>
              <a:t>– </a:t>
            </a:r>
            <a:r>
              <a:rPr lang="ko-KR" altLang="en-US" smtClean="0"/>
              <a:t>조작 숙련도 이게 이어져야 퍼즐을 해결할 수 있는 경우도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패널티가 크지 않기 때문에 재시도에 대한 스트레스는 적다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73242" y="365125"/>
            <a:ext cx="11245516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2] – </a:t>
            </a:r>
            <a:r>
              <a:rPr lang="ko-KR" altLang="en-US" smtClean="0"/>
              <a:t>수탉 </a:t>
            </a:r>
            <a:r>
              <a:rPr lang="en-US" altLang="ko-KR" smtClean="0"/>
              <a:t>– </a:t>
            </a:r>
            <a:r>
              <a:rPr lang="ko-KR" altLang="en-US" smtClean="0"/>
              <a:t>재밌는 장면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642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277</Words>
  <Application>Microsoft Office PowerPoint</Application>
  <PresentationFormat>와이드스크린</PresentationFormat>
  <Paragraphs>40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지난 시간 판서</vt:lpstr>
      <vt:lpstr>판서의 내용을 절대 잊지 말자</vt:lpstr>
      <vt:lpstr>[리틀 나이트메어 2] - 수탉</vt:lpstr>
      <vt:lpstr>[리틀 나이트메어 2] - 수탉</vt:lpstr>
      <vt:lpstr>[리틀 나이트메어 2] - 수탉</vt:lpstr>
      <vt:lpstr>[리틀 나이트메어 2] – 수탉 – 재밌는 장면</vt:lpstr>
      <vt:lpstr>[리틀 나이트메어 2] – 수탉 – 재밌는 장면</vt:lpstr>
      <vt:lpstr>[리틀 나이트메어 2] – 수탉 – 재밌는 장면</vt:lpstr>
      <vt:lpstr>[리틀 나이트메어 2] – 수탉 – 재밌는 장면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지난 시간 판서</dc:title>
  <dc:creator>FullName</dc:creator>
  <cp:lastModifiedBy>FullName</cp:lastModifiedBy>
  <cp:revision>9</cp:revision>
  <dcterms:created xsi:type="dcterms:W3CDTF">2026-05-28T04:53:38Z</dcterms:created>
  <dcterms:modified xsi:type="dcterms:W3CDTF">2026-05-28T06:53:24Z</dcterms:modified>
</cp:coreProperties>
</file>