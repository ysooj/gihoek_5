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DB0AC9-988F-47C2-969C-50EE109A3DA7}" v="72" dt="2026-05-19T06:20:37.6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7" d="100"/>
          <a:sy n="37" d="100"/>
        </p:scale>
        <p:origin x="45" y="9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undo custSel addSld delSld modSld">
      <pc:chgData name="musukie52@gmail.com" userId="017bd91f96aa8751" providerId="LiveId" clId="{5B2C3894-F97E-4CAB-8812-5BB4D83AAC6A}" dt="2026-05-19T06:53:04.874" v="1349" actId="20577"/>
      <pc:docMkLst>
        <pc:docMk/>
      </pc:docMkLst>
      <pc:sldChg chg="new del">
        <pc:chgData name="musukie52@gmail.com" userId="017bd91f96aa8751" providerId="LiveId" clId="{5B2C3894-F97E-4CAB-8812-5BB4D83AAC6A}" dt="2026-05-19T04:58:11.270" v="2" actId="47"/>
        <pc:sldMkLst>
          <pc:docMk/>
          <pc:sldMk cId="517949066" sldId="256"/>
        </pc:sldMkLst>
      </pc:sldChg>
      <pc:sldChg chg="modSp new mod">
        <pc:chgData name="musukie52@gmail.com" userId="017bd91f96aa8751" providerId="LiveId" clId="{5B2C3894-F97E-4CAB-8812-5BB4D83AAC6A}" dt="2026-05-19T05:04:27.038" v="90" actId="20577"/>
        <pc:sldMkLst>
          <pc:docMk/>
          <pc:sldMk cId="1446041584" sldId="257"/>
        </pc:sldMkLst>
        <pc:spChg chg="mod">
          <ac:chgData name="musukie52@gmail.com" userId="017bd91f96aa8751" providerId="LiveId" clId="{5B2C3894-F97E-4CAB-8812-5BB4D83AAC6A}" dt="2026-05-19T05:04:16.300" v="39" actId="20577"/>
          <ac:spMkLst>
            <pc:docMk/>
            <pc:sldMk cId="1446041584" sldId="257"/>
            <ac:spMk id="2" creationId="{8DF84646-5B34-1975-776C-CA178D475D1A}"/>
          </ac:spMkLst>
        </pc:spChg>
        <pc:spChg chg="mod">
          <ac:chgData name="musukie52@gmail.com" userId="017bd91f96aa8751" providerId="LiveId" clId="{5B2C3894-F97E-4CAB-8812-5BB4D83AAC6A}" dt="2026-05-19T05:04:27.038" v="90" actId="20577"/>
          <ac:spMkLst>
            <pc:docMk/>
            <pc:sldMk cId="1446041584" sldId="257"/>
            <ac:spMk id="3" creationId="{28504508-EC5A-9E6E-C357-8F6A8666D0E0}"/>
          </ac:spMkLst>
        </pc:spChg>
      </pc:sldChg>
      <pc:sldChg chg="modSp new mod">
        <pc:chgData name="musukie52@gmail.com" userId="017bd91f96aa8751" providerId="LiveId" clId="{5B2C3894-F97E-4CAB-8812-5BB4D83AAC6A}" dt="2026-05-19T05:09:12.956" v="674" actId="20577"/>
        <pc:sldMkLst>
          <pc:docMk/>
          <pc:sldMk cId="2805760231" sldId="258"/>
        </pc:sldMkLst>
        <pc:spChg chg="mod">
          <ac:chgData name="musukie52@gmail.com" userId="017bd91f96aa8751" providerId="LiveId" clId="{5B2C3894-F97E-4CAB-8812-5BB4D83AAC6A}" dt="2026-05-19T05:05:09.395" v="143" actId="20577"/>
          <ac:spMkLst>
            <pc:docMk/>
            <pc:sldMk cId="2805760231" sldId="258"/>
            <ac:spMk id="2" creationId="{4C03F097-ECBB-D1F8-3966-5AFDC70637B4}"/>
          </ac:spMkLst>
        </pc:spChg>
        <pc:spChg chg="mod">
          <ac:chgData name="musukie52@gmail.com" userId="017bd91f96aa8751" providerId="LiveId" clId="{5B2C3894-F97E-4CAB-8812-5BB4D83AAC6A}" dt="2026-05-19T05:09:12.956" v="674" actId="20577"/>
          <ac:spMkLst>
            <pc:docMk/>
            <pc:sldMk cId="2805760231" sldId="258"/>
            <ac:spMk id="3" creationId="{5C21AF2D-A16C-4210-CC92-FE4372EB5E8F}"/>
          </ac:spMkLst>
        </pc:spChg>
      </pc:sldChg>
      <pc:sldChg chg="modSp new mod">
        <pc:chgData name="musukie52@gmail.com" userId="017bd91f96aa8751" providerId="LiveId" clId="{5B2C3894-F97E-4CAB-8812-5BB4D83AAC6A}" dt="2026-05-19T05:06:28.475" v="381" actId="20577"/>
        <pc:sldMkLst>
          <pc:docMk/>
          <pc:sldMk cId="2118766510" sldId="259"/>
        </pc:sldMkLst>
        <pc:spChg chg="mod">
          <ac:chgData name="musukie52@gmail.com" userId="017bd91f96aa8751" providerId="LiveId" clId="{5B2C3894-F97E-4CAB-8812-5BB4D83AAC6A}" dt="2026-05-19T05:05:39.915" v="258" actId="20577"/>
          <ac:spMkLst>
            <pc:docMk/>
            <pc:sldMk cId="2118766510" sldId="259"/>
            <ac:spMk id="2" creationId="{A3546B37-0AB1-76B2-95A4-2E7412D1AB7A}"/>
          </ac:spMkLst>
        </pc:spChg>
        <pc:spChg chg="mod">
          <ac:chgData name="musukie52@gmail.com" userId="017bd91f96aa8751" providerId="LiveId" clId="{5B2C3894-F97E-4CAB-8812-5BB4D83AAC6A}" dt="2026-05-19T05:06:28.475" v="381" actId="20577"/>
          <ac:spMkLst>
            <pc:docMk/>
            <pc:sldMk cId="2118766510" sldId="259"/>
            <ac:spMk id="3" creationId="{2465E089-513E-1659-DD5A-E7F2EC7C643D}"/>
          </ac:spMkLst>
        </pc:spChg>
      </pc:sldChg>
      <pc:sldChg chg="addSp delSp new mod">
        <pc:chgData name="musukie52@gmail.com" userId="017bd91f96aa8751" providerId="LiveId" clId="{5B2C3894-F97E-4CAB-8812-5BB4D83AAC6A}" dt="2026-05-19T05:07:43.074" v="526" actId="22"/>
        <pc:sldMkLst>
          <pc:docMk/>
          <pc:sldMk cId="622269191" sldId="260"/>
        </pc:sldMkLst>
        <pc:spChg chg="del">
          <ac:chgData name="musukie52@gmail.com" userId="017bd91f96aa8751" providerId="LiveId" clId="{5B2C3894-F97E-4CAB-8812-5BB4D83AAC6A}" dt="2026-05-19T05:07:42.681" v="525" actId="478"/>
          <ac:spMkLst>
            <pc:docMk/>
            <pc:sldMk cId="622269191" sldId="260"/>
            <ac:spMk id="2" creationId="{E9F7CD22-B153-7BFD-CADD-D45A228E56A0}"/>
          </ac:spMkLst>
        </pc:spChg>
        <pc:spChg chg="del">
          <ac:chgData name="musukie52@gmail.com" userId="017bd91f96aa8751" providerId="LiveId" clId="{5B2C3894-F97E-4CAB-8812-5BB4D83AAC6A}" dt="2026-05-19T05:07:42.681" v="525" actId="478"/>
          <ac:spMkLst>
            <pc:docMk/>
            <pc:sldMk cId="622269191" sldId="260"/>
            <ac:spMk id="3" creationId="{067AE7A2-7A10-85F5-0473-BF0768A36482}"/>
          </ac:spMkLst>
        </pc:spChg>
        <pc:picChg chg="add">
          <ac:chgData name="musukie52@gmail.com" userId="017bd91f96aa8751" providerId="LiveId" clId="{5B2C3894-F97E-4CAB-8812-5BB4D83AAC6A}" dt="2026-05-19T05:07:43.074" v="526" actId="22"/>
          <ac:picMkLst>
            <pc:docMk/>
            <pc:sldMk cId="622269191" sldId="260"/>
            <ac:picMk id="5" creationId="{2F85BD2A-5D1B-9CF4-05EE-C33F7C3B17A9}"/>
          </ac:picMkLst>
        </pc:picChg>
      </pc:sldChg>
      <pc:sldChg chg="modSp new mod">
        <pc:chgData name="musukie52@gmail.com" userId="017bd91f96aa8751" providerId="LiveId" clId="{5B2C3894-F97E-4CAB-8812-5BB4D83AAC6A}" dt="2026-05-19T05:08:22.409" v="595" actId="20577"/>
        <pc:sldMkLst>
          <pc:docMk/>
          <pc:sldMk cId="3778970607" sldId="261"/>
        </pc:sldMkLst>
        <pc:spChg chg="mod">
          <ac:chgData name="musukie52@gmail.com" userId="017bd91f96aa8751" providerId="LiveId" clId="{5B2C3894-F97E-4CAB-8812-5BB4D83AAC6A}" dt="2026-05-19T05:08:22.409" v="595" actId="20577"/>
          <ac:spMkLst>
            <pc:docMk/>
            <pc:sldMk cId="3778970607" sldId="261"/>
            <ac:spMk id="2" creationId="{C9C19C26-8842-A29C-612D-010DE08E37DB}"/>
          </ac:spMkLst>
        </pc:spChg>
        <pc:spChg chg="mod">
          <ac:chgData name="musukie52@gmail.com" userId="017bd91f96aa8751" providerId="LiveId" clId="{5B2C3894-F97E-4CAB-8812-5BB4D83AAC6A}" dt="2026-05-19T05:08:05.187" v="572" actId="20577"/>
          <ac:spMkLst>
            <pc:docMk/>
            <pc:sldMk cId="3778970607" sldId="261"/>
            <ac:spMk id="3" creationId="{1C8AA052-58A7-2272-8A24-CECAB9CFCC6A}"/>
          </ac:spMkLst>
        </pc:spChg>
      </pc:sldChg>
      <pc:sldChg chg="addSp delSp new mod">
        <pc:chgData name="musukie52@gmail.com" userId="017bd91f96aa8751" providerId="LiveId" clId="{5B2C3894-F97E-4CAB-8812-5BB4D83AAC6A}" dt="2026-05-19T06:12:22.113" v="677" actId="22"/>
        <pc:sldMkLst>
          <pc:docMk/>
          <pc:sldMk cId="2204371974" sldId="262"/>
        </pc:sldMkLst>
        <pc:spChg chg="del">
          <ac:chgData name="musukie52@gmail.com" userId="017bd91f96aa8751" providerId="LiveId" clId="{5B2C3894-F97E-4CAB-8812-5BB4D83AAC6A}" dt="2026-05-19T06:12:21.025" v="676" actId="478"/>
          <ac:spMkLst>
            <pc:docMk/>
            <pc:sldMk cId="2204371974" sldId="262"/>
            <ac:spMk id="2" creationId="{E6C57B93-BD90-012D-E303-D79B74811093}"/>
          </ac:spMkLst>
        </pc:spChg>
        <pc:spChg chg="del">
          <ac:chgData name="musukie52@gmail.com" userId="017bd91f96aa8751" providerId="LiveId" clId="{5B2C3894-F97E-4CAB-8812-5BB4D83AAC6A}" dt="2026-05-19T06:12:21.025" v="676" actId="478"/>
          <ac:spMkLst>
            <pc:docMk/>
            <pc:sldMk cId="2204371974" sldId="262"/>
            <ac:spMk id="3" creationId="{AE147AE6-EE0B-CBB2-C78B-4FE816A898EF}"/>
          </ac:spMkLst>
        </pc:spChg>
        <pc:picChg chg="add">
          <ac:chgData name="musukie52@gmail.com" userId="017bd91f96aa8751" providerId="LiveId" clId="{5B2C3894-F97E-4CAB-8812-5BB4D83AAC6A}" dt="2026-05-19T06:12:22.113" v="677" actId="22"/>
          <ac:picMkLst>
            <pc:docMk/>
            <pc:sldMk cId="2204371974" sldId="262"/>
            <ac:picMk id="5" creationId="{9EF21116-B41B-922E-28EB-31012337F8FE}"/>
          </ac:picMkLst>
        </pc:picChg>
      </pc:sldChg>
      <pc:sldChg chg="addSp delSp modSp new mod">
        <pc:chgData name="musukie52@gmail.com" userId="017bd91f96aa8751" providerId="LiveId" clId="{5B2C3894-F97E-4CAB-8812-5BB4D83AAC6A}" dt="2026-05-19T06:14:46.321" v="783" actId="1076"/>
        <pc:sldMkLst>
          <pc:docMk/>
          <pc:sldMk cId="1921382787" sldId="263"/>
        </pc:sldMkLst>
        <pc:spChg chg="mod">
          <ac:chgData name="musukie52@gmail.com" userId="017bd91f96aa8751" providerId="LiveId" clId="{5B2C3894-F97E-4CAB-8812-5BB4D83AAC6A}" dt="2026-05-19T06:14:10.796" v="702"/>
          <ac:spMkLst>
            <pc:docMk/>
            <pc:sldMk cId="1921382787" sldId="263"/>
            <ac:spMk id="2" creationId="{CE8C1EA8-415E-56AD-0058-8F31DBB4DAEC}"/>
          </ac:spMkLst>
        </pc:spChg>
        <pc:spChg chg="add del mod">
          <ac:chgData name="musukie52@gmail.com" userId="017bd91f96aa8751" providerId="LiveId" clId="{5B2C3894-F97E-4CAB-8812-5BB4D83AAC6A}" dt="2026-05-19T06:14:41.709" v="781" actId="20577"/>
          <ac:spMkLst>
            <pc:docMk/>
            <pc:sldMk cId="1921382787" sldId="263"/>
            <ac:spMk id="3" creationId="{90B88824-200F-6059-E684-D36AB8D96BDA}"/>
          </ac:spMkLst>
        </pc:spChg>
        <pc:picChg chg="add mod">
          <ac:chgData name="musukie52@gmail.com" userId="017bd91f96aa8751" providerId="LiveId" clId="{5B2C3894-F97E-4CAB-8812-5BB4D83AAC6A}" dt="2026-05-19T06:14:43.992" v="782" actId="1076"/>
          <ac:picMkLst>
            <pc:docMk/>
            <pc:sldMk cId="1921382787" sldId="263"/>
            <ac:picMk id="5" creationId="{85B5F035-3EC3-CA15-FF5B-299E75D8F8F2}"/>
          </ac:picMkLst>
        </pc:picChg>
        <pc:picChg chg="add del mod ord">
          <ac:chgData name="musukie52@gmail.com" userId="017bd91f96aa8751" providerId="LiveId" clId="{5B2C3894-F97E-4CAB-8812-5BB4D83AAC6A}" dt="2026-05-19T06:14:00.458" v="681" actId="22"/>
          <ac:picMkLst>
            <pc:docMk/>
            <pc:sldMk cId="1921382787" sldId="263"/>
            <ac:picMk id="7" creationId="{1A2EC267-BC33-0F10-6107-89AEFD9C12D4}"/>
          </ac:picMkLst>
        </pc:picChg>
        <pc:picChg chg="add mod">
          <ac:chgData name="musukie52@gmail.com" userId="017bd91f96aa8751" providerId="LiveId" clId="{5B2C3894-F97E-4CAB-8812-5BB4D83AAC6A}" dt="2026-05-19T06:14:46.321" v="783" actId="1076"/>
          <ac:picMkLst>
            <pc:docMk/>
            <pc:sldMk cId="1921382787" sldId="263"/>
            <ac:picMk id="9" creationId="{55AC48BB-DA19-5DD9-C4D6-C62D93D11BE3}"/>
          </ac:picMkLst>
        </pc:picChg>
      </pc:sldChg>
      <pc:sldChg chg="modSp new mod">
        <pc:chgData name="musukie52@gmail.com" userId="017bd91f96aa8751" providerId="LiveId" clId="{5B2C3894-F97E-4CAB-8812-5BB4D83AAC6A}" dt="2026-05-19T06:16:52.519" v="959"/>
        <pc:sldMkLst>
          <pc:docMk/>
          <pc:sldMk cId="4089184479" sldId="264"/>
        </pc:sldMkLst>
        <pc:spChg chg="mod">
          <ac:chgData name="musukie52@gmail.com" userId="017bd91f96aa8751" providerId="LiveId" clId="{5B2C3894-F97E-4CAB-8812-5BB4D83AAC6A}" dt="2026-05-19T06:15:04.047" v="821"/>
          <ac:spMkLst>
            <pc:docMk/>
            <pc:sldMk cId="4089184479" sldId="264"/>
            <ac:spMk id="2" creationId="{47980C5E-D8BD-9FBB-4D60-CCCF128DB6A0}"/>
          </ac:spMkLst>
        </pc:spChg>
        <pc:spChg chg="mod">
          <ac:chgData name="musukie52@gmail.com" userId="017bd91f96aa8751" providerId="LiveId" clId="{5B2C3894-F97E-4CAB-8812-5BB4D83AAC6A}" dt="2026-05-19T06:16:52.519" v="959"/>
          <ac:spMkLst>
            <pc:docMk/>
            <pc:sldMk cId="4089184479" sldId="264"/>
            <ac:spMk id="3" creationId="{518CFCD7-F7F4-C9A6-8F11-EBC08A52B8CA}"/>
          </ac:spMkLst>
        </pc:spChg>
      </pc:sldChg>
      <pc:sldChg chg="modSp new mod">
        <pc:chgData name="musukie52@gmail.com" userId="017bd91f96aa8751" providerId="LiveId" clId="{5B2C3894-F97E-4CAB-8812-5BB4D83AAC6A}" dt="2026-05-19T06:20:37.622" v="1256" actId="20577"/>
        <pc:sldMkLst>
          <pc:docMk/>
          <pc:sldMk cId="829361655" sldId="265"/>
        </pc:sldMkLst>
        <pc:spChg chg="mod">
          <ac:chgData name="musukie52@gmail.com" userId="017bd91f96aa8751" providerId="LiveId" clId="{5B2C3894-F97E-4CAB-8812-5BB4D83AAC6A}" dt="2026-05-19T06:17:37.670" v="975"/>
          <ac:spMkLst>
            <pc:docMk/>
            <pc:sldMk cId="829361655" sldId="265"/>
            <ac:spMk id="2" creationId="{AAB58D93-D87F-A4BC-780E-05E2B2B2C484}"/>
          </ac:spMkLst>
        </pc:spChg>
        <pc:spChg chg="mod">
          <ac:chgData name="musukie52@gmail.com" userId="017bd91f96aa8751" providerId="LiveId" clId="{5B2C3894-F97E-4CAB-8812-5BB4D83AAC6A}" dt="2026-05-19T06:20:37.622" v="1256" actId="20577"/>
          <ac:spMkLst>
            <pc:docMk/>
            <pc:sldMk cId="829361655" sldId="265"/>
            <ac:spMk id="3" creationId="{FE17FF1F-C87C-6149-4960-3F246BCDE7C5}"/>
          </ac:spMkLst>
        </pc:spChg>
      </pc:sldChg>
      <pc:sldChg chg="modSp new mod">
        <pc:chgData name="musukie52@gmail.com" userId="017bd91f96aa8751" providerId="LiveId" clId="{5B2C3894-F97E-4CAB-8812-5BB4D83AAC6A}" dt="2026-05-19T06:53:04.874" v="1349" actId="20577"/>
        <pc:sldMkLst>
          <pc:docMk/>
          <pc:sldMk cId="2061949206" sldId="266"/>
        </pc:sldMkLst>
        <pc:spChg chg="mod">
          <ac:chgData name="musukie52@gmail.com" userId="017bd91f96aa8751" providerId="LiveId" clId="{5B2C3894-F97E-4CAB-8812-5BB4D83AAC6A}" dt="2026-05-19T06:53:04.874" v="1349" actId="20577"/>
          <ac:spMkLst>
            <pc:docMk/>
            <pc:sldMk cId="2061949206" sldId="266"/>
            <ac:spMk id="2" creationId="{C491E945-D18B-A578-D762-08603147B385}"/>
          </ac:spMkLst>
        </pc:spChg>
        <pc:spChg chg="mod">
          <ac:chgData name="musukie52@gmail.com" userId="017bd91f96aa8751" providerId="LiveId" clId="{5B2C3894-F97E-4CAB-8812-5BB4D83AAC6A}" dt="2026-05-19T06:52:58.778" v="1319" actId="20577"/>
          <ac:spMkLst>
            <pc:docMk/>
            <pc:sldMk cId="2061949206" sldId="266"/>
            <ac:spMk id="3" creationId="{9CF8D5E1-DC25-3E3C-84E8-474AAC0FA02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813DC1-ADA6-EDB8-136D-19EF8A1284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C4FC726-12EA-DE99-29B9-45E98F322C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744EE6-D84F-7BB0-FC2B-79D82423B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774C3-FEE3-4E7E-AC9B-46C879A969A4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2FDCA6-768D-72D6-AABD-6E229D1B8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30803E-0738-B862-DB43-54A78F781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48439-3818-45D6-8596-81AACFA423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2761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2F2FD3-B9A6-6CC4-528F-D4A574EA2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65972E-BFD4-82AC-465E-9464D0AB7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556DB8-EEF6-0293-71A4-9D4E7A2C2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774C3-FEE3-4E7E-AC9B-46C879A969A4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0DBC51-E8A8-26BE-5717-134DD5EAF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ADF5C9-F6A8-9AE2-3111-6126B5E7A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48439-3818-45D6-8596-81AACFA423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2830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3E6B2E-FFA8-C77F-1CB1-B57E5C494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3F133C5-F511-1E5E-1949-ACF9D380E9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B7E4F3-09C3-E88D-626F-7DEB491A1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774C3-FEE3-4E7E-AC9B-46C879A969A4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C0150B-676B-932E-07B8-BC0CFC5CF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B1E78A-30BC-13E7-CDEA-B795C22FA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48439-3818-45D6-8596-81AACFA423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2373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500BDD-2A11-8656-B5F7-D37E012EC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E2ED2F-84A2-EFCB-8FC4-863A0B93E1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831F875-4116-6D7E-0C8E-908598E8ED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CBAF35-595C-DF7D-467C-D67D5D2E5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774C3-FEE3-4E7E-AC9B-46C879A969A4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0DFB569-5C90-CA2D-BA23-7C06A0365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AB02C27-A2AA-79BE-F454-5EDDF2DA1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48439-3818-45D6-8596-81AACFA423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8055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98B30A-BDF5-8068-F20A-4E71262B7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002623-FB91-CBCC-97C5-BCF570540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9EC06D0-9899-3AB1-65C2-28E50FBC98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E70CFD1-C80F-09A8-82C1-5B73920E0F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372FE7D-E155-8117-DC67-1790D93D73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76C78E4-D112-0248-2815-8B99BE49C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774C3-FEE3-4E7E-AC9B-46C879A969A4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4F5F2BB-B0E7-236A-1AC2-29A5F51C6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0812B71-C1A1-77F7-E7D7-22ADDFC6F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48439-3818-45D6-8596-81AACFA423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5151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21F356-7B3A-4A7D-B400-A950529C0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CFA0D19-66A2-FA77-A166-0D2ADD6D8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774C3-FEE3-4E7E-AC9B-46C879A969A4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462C20D-AC11-DF70-A658-4B1DBE88B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D7C9D5-6779-D53F-1E19-F13354C23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48439-3818-45D6-8596-81AACFA423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5761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F74FF00-F700-AEC9-C8C2-96FCD65F5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774C3-FEE3-4E7E-AC9B-46C879A969A4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55ABDBB-B12C-9703-86BD-0491FD6C8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0A724D-42F1-64F6-8FB6-E546A54BF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48439-3818-45D6-8596-81AACFA423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6115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5FB38D-B5CC-BAF7-6C00-92F5089CD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EF58F8-65D6-A7BD-26E0-4187C6AC3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C401D80-8AE4-ACD2-5485-13BB137EC8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B1111C-9B6C-F958-F10A-74DC1290E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774C3-FEE3-4E7E-AC9B-46C879A969A4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6C6D527-8655-2974-3C29-324258F7C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B33C207-13FF-83E4-02A8-8769AE71F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48439-3818-45D6-8596-81AACFA423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2769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C5BD8D-2C64-BD4B-B1A0-B81BEE1E9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021CAFB-5209-A7F9-19D1-ADFD1BAD26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BF77A71-AD7C-FA89-6272-1EC8385D49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A4A31A1-CCCF-29E6-36C9-B2475190D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774C3-FEE3-4E7E-AC9B-46C879A969A4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7E444F0-D515-AE6A-B85E-6903E104F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3CEDB4-733B-498E-3297-48A4C7B5C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48439-3818-45D6-8596-81AACFA423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6207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E618E9-A2F9-400B-3D0D-651BBD57A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75022D-8505-A220-D749-DF69BD06D6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0B4143-5443-B9D5-A206-6748916E7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774C3-FEE3-4E7E-AC9B-46C879A969A4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8F2425-3ABF-4BAD-6895-5D8E9F48C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331826-3C14-076D-DB16-28947DC42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48439-3818-45D6-8596-81AACFA423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4347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0446937-24CD-1C72-D176-F7B6DF9D48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6190626-9E23-3BC5-3050-07E9AB0B95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FD964D-29F4-D719-616F-61F1DB3AF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774C3-FEE3-4E7E-AC9B-46C879A969A4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559737-7F18-9FBE-4791-2C83AFFA0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D73061-24B2-E1DA-41E4-8765E3F2A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48439-3818-45D6-8596-81AACFA423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387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4AB10E5-F4DA-260B-1E35-20A5992DF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F862F61-119F-DE24-A4F6-3178B4D657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F999A2-998A-BE6C-3E8C-9CFC5FFA62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9774C3-FEE3-4E7E-AC9B-46C879A969A4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8D24B6-92E7-30F7-6E97-BDE9BB8C6C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EB9F4A-75A0-0791-8C61-3902CDE475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248439-3818-45D6-8596-81AACFA423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9824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F84646-5B34-1975-776C-CA178D475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조작 요소가 추가되는 것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504508-EC5A-9E6E-C357-8F6A8666D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말로는 쉽지만 절대 쉽지 않다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6041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03F097-ECBB-D1F8-3966-5AFDC7063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상호작용 구조물을 활용하는 것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21AF2D-A16C-4210-CC92-FE4372EB5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이건 무조건 포트폴리오에 하나는 넣어야 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우리 게임에는 어떻게 넣을 수 있을까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ko-KR" altLang="en-US" dirty="0"/>
              <a:t>덩치가 큰 길고양이가 막고 있는 길로 가야 하는데</a:t>
            </a:r>
            <a:endParaRPr lang="en-US" altLang="ko-KR" dirty="0"/>
          </a:p>
          <a:p>
            <a:r>
              <a:rPr lang="ko-KR" altLang="en-US" dirty="0"/>
              <a:t>그냥 다가가면 길고양이는 위협하면서 못 지나간다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05760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546B37-0AB1-76B2-95A4-2E7412D1A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리마커블한</a:t>
            </a:r>
            <a:r>
              <a:rPr lang="ko-KR" altLang="en-US" dirty="0"/>
              <a:t> 아이디어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65E089-513E-1659-DD5A-E7F2EC7C6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이건 아이디어가 없으면 만들기 어렵다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만들 수 있다면 너무너무 좋겠다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18766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F85BD2A-5D1B-9CF4-05EE-C33F7C3B1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835" y="0"/>
            <a:ext cx="101963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269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C19C26-8842-A29C-612D-010DE08E3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오늘 할 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8AA052-58A7-2272-8A24-CECAB9CFC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시 </a:t>
            </a:r>
            <a:r>
              <a:rPr lang="en-US" altLang="ko-KR" dirty="0"/>
              <a:t>40</a:t>
            </a:r>
            <a:r>
              <a:rPr lang="ko-KR" altLang="en-US" dirty="0"/>
              <a:t>분까지 </a:t>
            </a:r>
            <a:r>
              <a:rPr lang="en-US" altLang="ko-KR" dirty="0"/>
              <a:t>2~3</a:t>
            </a:r>
            <a:r>
              <a:rPr lang="ko-KR" altLang="en-US" dirty="0"/>
              <a:t>개를 넣자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8970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EF21116-B41B-922E-28EB-31012337F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068" y="0"/>
            <a:ext cx="115558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371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8C1EA8-415E-56AD-0058-8F31DBB4D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맵 만들기 팁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B88824-200F-6059-E684-D36AB8D96B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그냥 이렇게 틈을 두면 안 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점 편집으로 틈을 메우자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5B5F035-3EC3-CA15-FF5B-299E75D8F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0968" y="1693908"/>
            <a:ext cx="1086002" cy="80021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5AC48BB-DA19-5DD9-C4D6-C62D93D11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526" y="2743244"/>
            <a:ext cx="533474" cy="44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382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980C5E-D8BD-9FBB-4D60-CCCF128DB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맵에</a:t>
            </a:r>
            <a:r>
              <a:rPr lang="ko-KR" altLang="en-US" dirty="0"/>
              <a:t> </a:t>
            </a:r>
            <a:r>
              <a:rPr lang="en-US" altLang="ko-KR" dirty="0"/>
              <a:t>5</a:t>
            </a:r>
            <a:r>
              <a:rPr lang="ko-KR" altLang="en-US" dirty="0"/>
              <a:t>단 구성 적용하기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8CFCD7-F7F4-C9A6-8F11-EBC08A52B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발단</a:t>
            </a:r>
            <a:r>
              <a:rPr lang="en-US" altLang="ko-KR" dirty="0"/>
              <a:t>, </a:t>
            </a:r>
            <a:r>
              <a:rPr lang="ko-KR" altLang="en-US" dirty="0"/>
              <a:t>전개</a:t>
            </a:r>
            <a:r>
              <a:rPr lang="en-US" altLang="ko-KR" dirty="0"/>
              <a:t>, </a:t>
            </a:r>
            <a:r>
              <a:rPr lang="ko-KR" altLang="en-US" dirty="0"/>
              <a:t>위기</a:t>
            </a:r>
            <a:r>
              <a:rPr lang="en-US" altLang="ko-KR" dirty="0"/>
              <a:t>, </a:t>
            </a:r>
            <a:r>
              <a:rPr lang="ko-KR" altLang="en-US" dirty="0"/>
              <a:t>절정</a:t>
            </a:r>
            <a:r>
              <a:rPr lang="en-US" altLang="ko-KR" dirty="0"/>
              <a:t>, </a:t>
            </a:r>
            <a:r>
              <a:rPr lang="ko-KR" altLang="en-US" dirty="0"/>
              <a:t>결말의 구성을 </a:t>
            </a:r>
            <a:r>
              <a:rPr lang="ko-KR" altLang="en-US" dirty="0" err="1"/>
              <a:t>맵에</a:t>
            </a:r>
            <a:r>
              <a:rPr lang="ko-KR" altLang="en-US" dirty="0"/>
              <a:t> 적용해서 표현하자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맵의</a:t>
            </a:r>
            <a:r>
              <a:rPr lang="ko-KR" altLang="en-US" dirty="0"/>
              <a:t> 흐름을 </a:t>
            </a:r>
            <a:r>
              <a:rPr lang="ko-KR" altLang="en-US" dirty="0" err="1"/>
              <a:t>구분지어서</a:t>
            </a:r>
            <a:r>
              <a:rPr lang="ko-KR" altLang="en-US" dirty="0"/>
              <a:t> 만들자</a:t>
            </a:r>
          </a:p>
        </p:txBody>
      </p:sp>
    </p:spTree>
    <p:extLst>
      <p:ext uri="{BB962C8B-B14F-4D97-AF65-F5344CB8AC3E}">
        <p14:creationId xmlns:p14="http://schemas.microsoft.com/office/powerpoint/2010/main" val="4089184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B58D93-D87F-A4BC-780E-05E2B2B2C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엑셀 </a:t>
            </a:r>
            <a:r>
              <a:rPr lang="ko-KR" altLang="en-US" dirty="0" err="1"/>
              <a:t>꿀팁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17FF1F-C87C-6149-4960-3F246BCDE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메모 삽입</a:t>
            </a:r>
            <a:endParaRPr lang="en-US" altLang="ko-KR" dirty="0"/>
          </a:p>
          <a:p>
            <a:r>
              <a:rPr lang="ko-KR" altLang="en-US" dirty="0"/>
              <a:t>메모 표시 숨기기</a:t>
            </a:r>
            <a:endParaRPr lang="en-US" altLang="ko-KR" dirty="0"/>
          </a:p>
          <a:p>
            <a:r>
              <a:rPr lang="ko-KR" altLang="en-US" dirty="0"/>
              <a:t>메모의 테두리 선택 → </a:t>
            </a:r>
            <a:r>
              <a:rPr lang="ko-KR" altLang="en-US" dirty="0" err="1"/>
              <a:t>우클릭</a:t>
            </a:r>
            <a:r>
              <a:rPr lang="ko-KR" altLang="en-US" dirty="0"/>
              <a:t> → 메모 서식 → 색 및 선 → 색 → 채우기 효과 → 그림 → 그립 선택</a:t>
            </a:r>
            <a:r>
              <a:rPr lang="en-US" altLang="ko-KR" dirty="0"/>
              <a:t>(</a:t>
            </a:r>
            <a:r>
              <a:rPr lang="ko-KR" altLang="en-US" dirty="0"/>
              <a:t>내컴퓨터</a:t>
            </a:r>
            <a:r>
              <a:rPr lang="en-US" altLang="ko-KR" dirty="0"/>
              <a:t>) : </a:t>
            </a:r>
            <a:r>
              <a:rPr lang="ko-KR" altLang="en-US" dirty="0"/>
              <a:t>그림의 비율 설정은 체크하지 말자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이런 메모들을 보기 좋게 배열하자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9361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91E945-D18B-A578-D762-08603147B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내일까지 해올 것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F8D5E1-DC25-3E3C-84E8-474AAC0FA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이야기의 상황의 흐름을 그려오자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61949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159</Words>
  <Application>Microsoft Office PowerPoint</Application>
  <PresentationFormat>와이드스크린</PresentationFormat>
  <Paragraphs>29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조작 요소가 추가되는 것</vt:lpstr>
      <vt:lpstr>상호작용 구조물을 활용하는 것</vt:lpstr>
      <vt:lpstr>리마커블한 아이디어</vt:lpstr>
      <vt:lpstr>PowerPoint 프레젠테이션</vt:lpstr>
      <vt:lpstr>오늘 할 일</vt:lpstr>
      <vt:lpstr>PowerPoint 프레젠테이션</vt:lpstr>
      <vt:lpstr>맵 만들기 팁</vt:lpstr>
      <vt:lpstr>맵에 5단 구성 적용하기</vt:lpstr>
      <vt:lpstr>엑셀 꿀팁</vt:lpstr>
      <vt:lpstr>내일까지 해올 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musukie52@gmail.com</dc:creator>
  <cp:lastModifiedBy>musukie52@gmail.com</cp:lastModifiedBy>
  <cp:revision>1</cp:revision>
  <dcterms:created xsi:type="dcterms:W3CDTF">2026-05-19T04:57:15Z</dcterms:created>
  <dcterms:modified xsi:type="dcterms:W3CDTF">2026-05-19T06:53:06Z</dcterms:modified>
</cp:coreProperties>
</file>