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6" r:id="rId20"/>
    <p:sldId id="275" r:id="rId21"/>
    <p:sldId id="277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C128DF-913C-43E0-ADA9-8E9A894AB1FC}" v="629" dt="2026-05-18T06:36:43.5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3" d="100"/>
          <a:sy n="43" d="100"/>
        </p:scale>
        <p:origin x="57" y="8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custSel addSld delSld modSld">
      <pc:chgData name="musukie52@gmail.com" userId="017bd91f96aa8751" providerId="LiveId" clId="{5B2C3894-F97E-4CAB-8812-5BB4D83AAC6A}" dt="2026-05-18T06:36:43.518" v="6591"/>
      <pc:docMkLst>
        <pc:docMk/>
      </pc:docMkLst>
      <pc:sldChg chg="new del">
        <pc:chgData name="musukie52@gmail.com" userId="017bd91f96aa8751" providerId="LiveId" clId="{5B2C3894-F97E-4CAB-8812-5BB4D83AAC6A}" dt="2026-05-18T04:57:44.570" v="2" actId="47"/>
        <pc:sldMkLst>
          <pc:docMk/>
          <pc:sldMk cId="2993022062" sldId="256"/>
        </pc:sldMkLst>
      </pc:sldChg>
      <pc:sldChg chg="addSp delSp modSp new mod">
        <pc:chgData name="musukie52@gmail.com" userId="017bd91f96aa8751" providerId="LiveId" clId="{5B2C3894-F97E-4CAB-8812-5BB4D83AAC6A}" dt="2026-05-18T05:03:24.981" v="49" actId="14100"/>
        <pc:sldMkLst>
          <pc:docMk/>
          <pc:sldMk cId="658582182" sldId="257"/>
        </pc:sldMkLst>
        <pc:spChg chg="mod">
          <ac:chgData name="musukie52@gmail.com" userId="017bd91f96aa8751" providerId="LiveId" clId="{5B2C3894-F97E-4CAB-8812-5BB4D83AAC6A}" dt="2026-05-18T05:03:13.054" v="44" actId="20577"/>
          <ac:spMkLst>
            <pc:docMk/>
            <pc:sldMk cId="658582182" sldId="257"/>
            <ac:spMk id="2" creationId="{23749F72-9C38-1DDC-7197-6F77D59C2CA3}"/>
          </ac:spMkLst>
        </pc:spChg>
        <pc:spChg chg="del">
          <ac:chgData name="musukie52@gmail.com" userId="017bd91f96aa8751" providerId="LiveId" clId="{5B2C3894-F97E-4CAB-8812-5BB4D83AAC6A}" dt="2026-05-18T05:03:15.473" v="45" actId="478"/>
          <ac:spMkLst>
            <pc:docMk/>
            <pc:sldMk cId="658582182" sldId="257"/>
            <ac:spMk id="3" creationId="{1CFDB229-8826-730E-3A61-AB4392898A6A}"/>
          </ac:spMkLst>
        </pc:spChg>
        <pc:picChg chg="add mod">
          <ac:chgData name="musukie52@gmail.com" userId="017bd91f96aa8751" providerId="LiveId" clId="{5B2C3894-F97E-4CAB-8812-5BB4D83AAC6A}" dt="2026-05-18T05:03:24.981" v="49" actId="14100"/>
          <ac:picMkLst>
            <pc:docMk/>
            <pc:sldMk cId="658582182" sldId="257"/>
            <ac:picMk id="5" creationId="{16705A37-A01E-AF51-32CF-AC4FB8298509}"/>
          </ac:picMkLst>
        </pc:picChg>
      </pc:sldChg>
      <pc:sldChg chg="modSp new mod">
        <pc:chgData name="musukie52@gmail.com" userId="017bd91f96aa8751" providerId="LiveId" clId="{5B2C3894-F97E-4CAB-8812-5BB4D83AAC6A}" dt="2026-05-18T05:42:06.941" v="323" actId="20577"/>
        <pc:sldMkLst>
          <pc:docMk/>
          <pc:sldMk cId="95582411" sldId="258"/>
        </pc:sldMkLst>
        <pc:spChg chg="mod">
          <ac:chgData name="musukie52@gmail.com" userId="017bd91f96aa8751" providerId="LiveId" clId="{5B2C3894-F97E-4CAB-8812-5BB4D83AAC6A}" dt="2026-05-18T05:40:02.679" v="90"/>
          <ac:spMkLst>
            <pc:docMk/>
            <pc:sldMk cId="95582411" sldId="258"/>
            <ac:spMk id="2" creationId="{D4915A97-BB4D-4BF4-982B-4EF0A0CF26FB}"/>
          </ac:spMkLst>
        </pc:spChg>
        <pc:spChg chg="mod">
          <ac:chgData name="musukie52@gmail.com" userId="017bd91f96aa8751" providerId="LiveId" clId="{5B2C3894-F97E-4CAB-8812-5BB4D83AAC6A}" dt="2026-05-18T05:42:06.941" v="323" actId="20577"/>
          <ac:spMkLst>
            <pc:docMk/>
            <pc:sldMk cId="95582411" sldId="258"/>
            <ac:spMk id="3" creationId="{3A498EB5-BEBF-6573-529E-C12CC68FDAC5}"/>
          </ac:spMkLst>
        </pc:spChg>
      </pc:sldChg>
      <pc:sldChg chg="modSp new mod">
        <pc:chgData name="musukie52@gmail.com" userId="017bd91f96aa8751" providerId="LiveId" clId="{5B2C3894-F97E-4CAB-8812-5BB4D83AAC6A}" dt="2026-05-18T05:49:43.819" v="1287" actId="113"/>
        <pc:sldMkLst>
          <pc:docMk/>
          <pc:sldMk cId="3350551847" sldId="259"/>
        </pc:sldMkLst>
        <pc:spChg chg="mod">
          <ac:chgData name="musukie52@gmail.com" userId="017bd91f96aa8751" providerId="LiveId" clId="{5B2C3894-F97E-4CAB-8812-5BB4D83AAC6A}" dt="2026-05-18T05:45:20.099" v="673"/>
          <ac:spMkLst>
            <pc:docMk/>
            <pc:sldMk cId="3350551847" sldId="259"/>
            <ac:spMk id="2" creationId="{3C44AE99-AD71-327B-C427-DAAF4C09AF62}"/>
          </ac:spMkLst>
        </pc:spChg>
        <pc:spChg chg="mod">
          <ac:chgData name="musukie52@gmail.com" userId="017bd91f96aa8751" providerId="LiveId" clId="{5B2C3894-F97E-4CAB-8812-5BB4D83AAC6A}" dt="2026-05-18T05:49:43.819" v="1287" actId="113"/>
          <ac:spMkLst>
            <pc:docMk/>
            <pc:sldMk cId="3350551847" sldId="259"/>
            <ac:spMk id="3" creationId="{47C7C715-FB41-0551-F980-FB818E6277E7}"/>
          </ac:spMkLst>
        </pc:spChg>
      </pc:sldChg>
      <pc:sldChg chg="addSp delSp new mod">
        <pc:chgData name="musukie52@gmail.com" userId="017bd91f96aa8751" providerId="LiveId" clId="{5B2C3894-F97E-4CAB-8812-5BB4D83AAC6A}" dt="2026-05-18T05:48:48.982" v="1095" actId="22"/>
        <pc:sldMkLst>
          <pc:docMk/>
          <pc:sldMk cId="2698094978" sldId="260"/>
        </pc:sldMkLst>
        <pc:spChg chg="del">
          <ac:chgData name="musukie52@gmail.com" userId="017bd91f96aa8751" providerId="LiveId" clId="{5B2C3894-F97E-4CAB-8812-5BB4D83AAC6A}" dt="2026-05-18T05:48:48.767" v="1094" actId="478"/>
          <ac:spMkLst>
            <pc:docMk/>
            <pc:sldMk cId="2698094978" sldId="260"/>
            <ac:spMk id="2" creationId="{95B4AE64-3576-636E-EFB9-12DCC22ED43C}"/>
          </ac:spMkLst>
        </pc:spChg>
        <pc:spChg chg="del">
          <ac:chgData name="musukie52@gmail.com" userId="017bd91f96aa8751" providerId="LiveId" clId="{5B2C3894-F97E-4CAB-8812-5BB4D83AAC6A}" dt="2026-05-18T05:48:48.767" v="1094" actId="478"/>
          <ac:spMkLst>
            <pc:docMk/>
            <pc:sldMk cId="2698094978" sldId="260"/>
            <ac:spMk id="3" creationId="{11F98C53-FC0F-EE96-7B5A-1635EAC10074}"/>
          </ac:spMkLst>
        </pc:spChg>
        <pc:picChg chg="add">
          <ac:chgData name="musukie52@gmail.com" userId="017bd91f96aa8751" providerId="LiveId" clId="{5B2C3894-F97E-4CAB-8812-5BB4D83AAC6A}" dt="2026-05-18T05:48:48.982" v="1095" actId="22"/>
          <ac:picMkLst>
            <pc:docMk/>
            <pc:sldMk cId="2698094978" sldId="260"/>
            <ac:picMk id="5" creationId="{C235B58C-F23F-6475-C568-3CA30B87E155}"/>
          </ac:picMkLst>
        </pc:picChg>
      </pc:sldChg>
      <pc:sldChg chg="addSp modSp new mod">
        <pc:chgData name="musukie52@gmail.com" userId="017bd91f96aa8751" providerId="LiveId" clId="{5B2C3894-F97E-4CAB-8812-5BB4D83AAC6A}" dt="2026-05-18T05:50:40.745" v="1392" actId="1076"/>
        <pc:sldMkLst>
          <pc:docMk/>
          <pc:sldMk cId="2368818948" sldId="261"/>
        </pc:sldMkLst>
        <pc:spChg chg="mod">
          <ac:chgData name="musukie52@gmail.com" userId="017bd91f96aa8751" providerId="LiveId" clId="{5B2C3894-F97E-4CAB-8812-5BB4D83AAC6A}" dt="2026-05-18T05:50:01.286" v="1309"/>
          <ac:spMkLst>
            <pc:docMk/>
            <pc:sldMk cId="2368818948" sldId="261"/>
            <ac:spMk id="2" creationId="{F0EC881B-6180-6A14-D492-4C4760CE928A}"/>
          </ac:spMkLst>
        </pc:spChg>
        <pc:spChg chg="mod">
          <ac:chgData name="musukie52@gmail.com" userId="017bd91f96aa8751" providerId="LiveId" clId="{5B2C3894-F97E-4CAB-8812-5BB4D83AAC6A}" dt="2026-05-18T05:50:37.853" v="1390" actId="20577"/>
          <ac:spMkLst>
            <pc:docMk/>
            <pc:sldMk cId="2368818948" sldId="261"/>
            <ac:spMk id="3" creationId="{8AB04DB1-9975-0971-A6EF-65FC702D7B5A}"/>
          </ac:spMkLst>
        </pc:spChg>
        <pc:picChg chg="add mod">
          <ac:chgData name="musukie52@gmail.com" userId="017bd91f96aa8751" providerId="LiveId" clId="{5B2C3894-F97E-4CAB-8812-5BB4D83AAC6A}" dt="2026-05-18T05:50:40.745" v="1392" actId="1076"/>
          <ac:picMkLst>
            <pc:docMk/>
            <pc:sldMk cId="2368818948" sldId="261"/>
            <ac:picMk id="5" creationId="{A37C3C2C-F906-349C-2C6F-A41D71599A5B}"/>
          </ac:picMkLst>
        </pc:picChg>
      </pc:sldChg>
      <pc:sldChg chg="modSp new mod">
        <pc:chgData name="musukie52@gmail.com" userId="017bd91f96aa8751" providerId="LiveId" clId="{5B2C3894-F97E-4CAB-8812-5BB4D83AAC6A}" dt="2026-05-18T05:52:21.430" v="1507"/>
        <pc:sldMkLst>
          <pc:docMk/>
          <pc:sldMk cId="1495453925" sldId="262"/>
        </pc:sldMkLst>
        <pc:spChg chg="mod">
          <ac:chgData name="musukie52@gmail.com" userId="017bd91f96aa8751" providerId="LiveId" clId="{5B2C3894-F97E-4CAB-8812-5BB4D83AAC6A}" dt="2026-05-18T05:51:52.756" v="1419"/>
          <ac:spMkLst>
            <pc:docMk/>
            <pc:sldMk cId="1495453925" sldId="262"/>
            <ac:spMk id="2" creationId="{3B1D1F2C-6653-7D0B-9187-E168702664F1}"/>
          </ac:spMkLst>
        </pc:spChg>
        <pc:spChg chg="mod">
          <ac:chgData name="musukie52@gmail.com" userId="017bd91f96aa8751" providerId="LiveId" clId="{5B2C3894-F97E-4CAB-8812-5BB4D83AAC6A}" dt="2026-05-18T05:52:21.430" v="1507"/>
          <ac:spMkLst>
            <pc:docMk/>
            <pc:sldMk cId="1495453925" sldId="262"/>
            <ac:spMk id="3" creationId="{46C61000-B65A-6C84-D092-DDE1849E2187}"/>
          </ac:spMkLst>
        </pc:spChg>
      </pc:sldChg>
      <pc:sldChg chg="addSp modSp new mod">
        <pc:chgData name="musukie52@gmail.com" userId="017bd91f96aa8751" providerId="LiveId" clId="{5B2C3894-F97E-4CAB-8812-5BB4D83AAC6A}" dt="2026-05-18T05:54:25.960" v="1854" actId="14100"/>
        <pc:sldMkLst>
          <pc:docMk/>
          <pc:sldMk cId="3623320420" sldId="263"/>
        </pc:sldMkLst>
        <pc:spChg chg="mod">
          <ac:chgData name="musukie52@gmail.com" userId="017bd91f96aa8751" providerId="LiveId" clId="{5B2C3894-F97E-4CAB-8812-5BB4D83AAC6A}" dt="2026-05-18T05:52:33.208" v="1521"/>
          <ac:spMkLst>
            <pc:docMk/>
            <pc:sldMk cId="3623320420" sldId="263"/>
            <ac:spMk id="2" creationId="{ADF13A6C-AB71-6CFE-4112-537C4D46B26B}"/>
          </ac:spMkLst>
        </pc:spChg>
        <pc:spChg chg="mod">
          <ac:chgData name="musukie52@gmail.com" userId="017bd91f96aa8751" providerId="LiveId" clId="{5B2C3894-F97E-4CAB-8812-5BB4D83AAC6A}" dt="2026-05-18T05:54:16.970" v="1850" actId="20577"/>
          <ac:spMkLst>
            <pc:docMk/>
            <pc:sldMk cId="3623320420" sldId="263"/>
            <ac:spMk id="3" creationId="{73BB4760-CF86-CC8A-28C1-3C3670B0262F}"/>
          </ac:spMkLst>
        </pc:spChg>
        <pc:picChg chg="add mod">
          <ac:chgData name="musukie52@gmail.com" userId="017bd91f96aa8751" providerId="LiveId" clId="{5B2C3894-F97E-4CAB-8812-5BB4D83AAC6A}" dt="2026-05-18T05:54:25.960" v="1854" actId="14100"/>
          <ac:picMkLst>
            <pc:docMk/>
            <pc:sldMk cId="3623320420" sldId="263"/>
            <ac:picMk id="5" creationId="{81E2529F-45E6-E98D-77ED-0E9914297CC2}"/>
          </ac:picMkLst>
        </pc:picChg>
      </pc:sldChg>
      <pc:sldChg chg="addSp modSp new mod">
        <pc:chgData name="musukie52@gmail.com" userId="017bd91f96aa8751" providerId="LiveId" clId="{5B2C3894-F97E-4CAB-8812-5BB4D83AAC6A}" dt="2026-05-18T05:57:18.416" v="2344" actId="20577"/>
        <pc:sldMkLst>
          <pc:docMk/>
          <pc:sldMk cId="756821470" sldId="264"/>
        </pc:sldMkLst>
        <pc:spChg chg="mod">
          <ac:chgData name="musukie52@gmail.com" userId="017bd91f96aa8751" providerId="LiveId" clId="{5B2C3894-F97E-4CAB-8812-5BB4D83AAC6A}" dt="2026-05-18T05:55:27.656" v="1903"/>
          <ac:spMkLst>
            <pc:docMk/>
            <pc:sldMk cId="756821470" sldId="264"/>
            <ac:spMk id="2" creationId="{818A8429-7934-3E91-C7E8-AB92051CBC43}"/>
          </ac:spMkLst>
        </pc:spChg>
        <pc:spChg chg="mod">
          <ac:chgData name="musukie52@gmail.com" userId="017bd91f96aa8751" providerId="LiveId" clId="{5B2C3894-F97E-4CAB-8812-5BB4D83AAC6A}" dt="2026-05-18T05:57:18.416" v="2344" actId="20577"/>
          <ac:spMkLst>
            <pc:docMk/>
            <pc:sldMk cId="756821470" sldId="264"/>
            <ac:spMk id="3" creationId="{8AF191FD-906E-B995-D706-3C41EA36FD94}"/>
          </ac:spMkLst>
        </pc:spChg>
        <pc:picChg chg="add mod">
          <ac:chgData name="musukie52@gmail.com" userId="017bd91f96aa8751" providerId="LiveId" clId="{5B2C3894-F97E-4CAB-8812-5BB4D83AAC6A}" dt="2026-05-18T05:55:49.997" v="1961" actId="1076"/>
          <ac:picMkLst>
            <pc:docMk/>
            <pc:sldMk cId="756821470" sldId="264"/>
            <ac:picMk id="5" creationId="{F0645B3A-D77D-3248-DA86-023FE4B5D79D}"/>
          </ac:picMkLst>
        </pc:picChg>
      </pc:sldChg>
      <pc:sldChg chg="addSp modSp new mod">
        <pc:chgData name="musukie52@gmail.com" userId="017bd91f96aa8751" providerId="LiveId" clId="{5B2C3894-F97E-4CAB-8812-5BB4D83AAC6A}" dt="2026-05-18T05:58:07.324" v="2423"/>
        <pc:sldMkLst>
          <pc:docMk/>
          <pc:sldMk cId="2722929739" sldId="265"/>
        </pc:sldMkLst>
        <pc:spChg chg="mod">
          <ac:chgData name="musukie52@gmail.com" userId="017bd91f96aa8751" providerId="LiveId" clId="{5B2C3894-F97E-4CAB-8812-5BB4D83AAC6A}" dt="2026-05-18T05:57:49.214" v="2365" actId="20577"/>
          <ac:spMkLst>
            <pc:docMk/>
            <pc:sldMk cId="2722929739" sldId="265"/>
            <ac:spMk id="2" creationId="{570C4A69-622A-0C51-95F0-6B7E637B3E41}"/>
          </ac:spMkLst>
        </pc:spChg>
        <pc:spChg chg="mod">
          <ac:chgData name="musukie52@gmail.com" userId="017bd91f96aa8751" providerId="LiveId" clId="{5B2C3894-F97E-4CAB-8812-5BB4D83AAC6A}" dt="2026-05-18T05:58:07.324" v="2423"/>
          <ac:spMkLst>
            <pc:docMk/>
            <pc:sldMk cId="2722929739" sldId="265"/>
            <ac:spMk id="3" creationId="{E92C5989-76BF-4163-45F3-A3F997C8888A}"/>
          </ac:spMkLst>
        </pc:spChg>
        <pc:picChg chg="add mod">
          <ac:chgData name="musukie52@gmail.com" userId="017bd91f96aa8751" providerId="LiveId" clId="{5B2C3894-F97E-4CAB-8812-5BB4D83AAC6A}" dt="2026-05-18T05:58:02.013" v="2414" actId="1076"/>
          <ac:picMkLst>
            <pc:docMk/>
            <pc:sldMk cId="2722929739" sldId="265"/>
            <ac:picMk id="5" creationId="{D93D8F99-2FB6-AB3E-F8D2-53F663A5A251}"/>
          </ac:picMkLst>
        </pc:picChg>
      </pc:sldChg>
      <pc:sldChg chg="addSp modSp new mod">
        <pc:chgData name="musukie52@gmail.com" userId="017bd91f96aa8751" providerId="LiveId" clId="{5B2C3894-F97E-4CAB-8812-5BB4D83AAC6A}" dt="2026-05-18T05:58:37.495" v="2606" actId="20577"/>
        <pc:sldMkLst>
          <pc:docMk/>
          <pc:sldMk cId="673765560" sldId="266"/>
        </pc:sldMkLst>
        <pc:spChg chg="mod">
          <ac:chgData name="musukie52@gmail.com" userId="017bd91f96aa8751" providerId="LiveId" clId="{5B2C3894-F97E-4CAB-8812-5BB4D83AAC6A}" dt="2026-05-18T05:58:18.429" v="2457"/>
          <ac:spMkLst>
            <pc:docMk/>
            <pc:sldMk cId="673765560" sldId="266"/>
            <ac:spMk id="2" creationId="{05D449AC-FA22-D2D8-69F7-E9DFD62000CC}"/>
          </ac:spMkLst>
        </pc:spChg>
        <pc:spChg chg="mod">
          <ac:chgData name="musukie52@gmail.com" userId="017bd91f96aa8751" providerId="LiveId" clId="{5B2C3894-F97E-4CAB-8812-5BB4D83AAC6A}" dt="2026-05-18T05:58:37.495" v="2606" actId="20577"/>
          <ac:spMkLst>
            <pc:docMk/>
            <pc:sldMk cId="673765560" sldId="266"/>
            <ac:spMk id="3" creationId="{8AE1FAF6-DFE3-0BE1-F63F-4CAB86A9CD53}"/>
          </ac:spMkLst>
        </pc:spChg>
        <pc:picChg chg="add mod">
          <ac:chgData name="musukie52@gmail.com" userId="017bd91f96aa8751" providerId="LiveId" clId="{5B2C3894-F97E-4CAB-8812-5BB4D83AAC6A}" dt="2026-05-18T05:58:12.844" v="2427" actId="1076"/>
          <ac:picMkLst>
            <pc:docMk/>
            <pc:sldMk cId="673765560" sldId="266"/>
            <ac:picMk id="5" creationId="{1971667F-DA0E-5052-EB4B-797A87FE7C88}"/>
          </ac:picMkLst>
        </pc:picChg>
      </pc:sldChg>
      <pc:sldChg chg="addSp delSp modSp new mod">
        <pc:chgData name="musukie52@gmail.com" userId="017bd91f96aa8751" providerId="LiveId" clId="{5B2C3894-F97E-4CAB-8812-5BB4D83AAC6A}" dt="2026-05-18T06:03:15.059" v="3230" actId="21"/>
        <pc:sldMkLst>
          <pc:docMk/>
          <pc:sldMk cId="4147831034" sldId="267"/>
        </pc:sldMkLst>
        <pc:spChg chg="mod">
          <ac:chgData name="musukie52@gmail.com" userId="017bd91f96aa8751" providerId="LiveId" clId="{5B2C3894-F97E-4CAB-8812-5BB4D83AAC6A}" dt="2026-05-18T06:00:15.096" v="2689" actId="20577"/>
          <ac:spMkLst>
            <pc:docMk/>
            <pc:sldMk cId="4147831034" sldId="267"/>
            <ac:spMk id="2" creationId="{55E1BC4D-07C9-9217-B162-D1ACD34E0409}"/>
          </ac:spMkLst>
        </pc:spChg>
        <pc:spChg chg="mod">
          <ac:chgData name="musukie52@gmail.com" userId="017bd91f96aa8751" providerId="LiveId" clId="{5B2C3894-F97E-4CAB-8812-5BB4D83AAC6A}" dt="2026-05-18T06:03:04.798" v="3226" actId="113"/>
          <ac:spMkLst>
            <pc:docMk/>
            <pc:sldMk cId="4147831034" sldId="267"/>
            <ac:spMk id="3" creationId="{ABB9A00E-2B9A-730C-F792-A7EF92EC78AE}"/>
          </ac:spMkLst>
        </pc:spChg>
        <pc:picChg chg="add del">
          <ac:chgData name="musukie52@gmail.com" userId="017bd91f96aa8751" providerId="LiveId" clId="{5B2C3894-F97E-4CAB-8812-5BB4D83AAC6A}" dt="2026-05-18T06:03:15.059" v="3230" actId="21"/>
          <ac:picMkLst>
            <pc:docMk/>
            <pc:sldMk cId="4147831034" sldId="267"/>
            <ac:picMk id="5" creationId="{9B962F6F-4531-F38A-FFCC-1570925BED4D}"/>
          </ac:picMkLst>
        </pc:picChg>
      </pc:sldChg>
      <pc:sldChg chg="addSp delSp modSp new mod">
        <pc:chgData name="musukie52@gmail.com" userId="017bd91f96aa8751" providerId="LiveId" clId="{5B2C3894-F97E-4CAB-8812-5BB4D83AAC6A}" dt="2026-05-18T06:03:16.267" v="3231"/>
        <pc:sldMkLst>
          <pc:docMk/>
          <pc:sldMk cId="2325310644" sldId="268"/>
        </pc:sldMkLst>
        <pc:spChg chg="del">
          <ac:chgData name="musukie52@gmail.com" userId="017bd91f96aa8751" providerId="LiveId" clId="{5B2C3894-F97E-4CAB-8812-5BB4D83AAC6A}" dt="2026-05-18T06:03:12.474" v="3229" actId="478"/>
          <ac:spMkLst>
            <pc:docMk/>
            <pc:sldMk cId="2325310644" sldId="268"/>
            <ac:spMk id="2" creationId="{734A632D-8FF8-ED75-07BA-33D5021A08B6}"/>
          </ac:spMkLst>
        </pc:spChg>
        <pc:spChg chg="del">
          <ac:chgData name="musukie52@gmail.com" userId="017bd91f96aa8751" providerId="LiveId" clId="{5B2C3894-F97E-4CAB-8812-5BB4D83AAC6A}" dt="2026-05-18T06:03:12.474" v="3229" actId="478"/>
          <ac:spMkLst>
            <pc:docMk/>
            <pc:sldMk cId="2325310644" sldId="268"/>
            <ac:spMk id="3" creationId="{B679E3C0-C6D9-BC28-FCE7-38DF628BDA21}"/>
          </ac:spMkLst>
        </pc:spChg>
        <pc:picChg chg="add mod">
          <ac:chgData name="musukie52@gmail.com" userId="017bd91f96aa8751" providerId="LiveId" clId="{5B2C3894-F97E-4CAB-8812-5BB4D83AAC6A}" dt="2026-05-18T06:03:16.267" v="3231"/>
          <ac:picMkLst>
            <pc:docMk/>
            <pc:sldMk cId="2325310644" sldId="268"/>
            <ac:picMk id="5" creationId="{9B962F6F-4531-F38A-FFCC-1570925BED4D}"/>
          </ac:picMkLst>
        </pc:picChg>
      </pc:sldChg>
      <pc:sldChg chg="addSp modSp new mod">
        <pc:chgData name="musukie52@gmail.com" userId="017bd91f96aa8751" providerId="LiveId" clId="{5B2C3894-F97E-4CAB-8812-5BB4D83AAC6A}" dt="2026-05-18T06:05:11.673" v="3479" actId="20577"/>
        <pc:sldMkLst>
          <pc:docMk/>
          <pc:sldMk cId="3659894194" sldId="269"/>
        </pc:sldMkLst>
        <pc:spChg chg="mod">
          <ac:chgData name="musukie52@gmail.com" userId="017bd91f96aa8751" providerId="LiveId" clId="{5B2C3894-F97E-4CAB-8812-5BB4D83AAC6A}" dt="2026-05-18T06:04:18.803" v="3279"/>
          <ac:spMkLst>
            <pc:docMk/>
            <pc:sldMk cId="3659894194" sldId="269"/>
            <ac:spMk id="2" creationId="{6AF36329-D87A-4484-1612-83B396B3AD97}"/>
          </ac:spMkLst>
        </pc:spChg>
        <pc:spChg chg="mod">
          <ac:chgData name="musukie52@gmail.com" userId="017bd91f96aa8751" providerId="LiveId" clId="{5B2C3894-F97E-4CAB-8812-5BB4D83AAC6A}" dt="2026-05-18T06:05:11.673" v="3479" actId="20577"/>
          <ac:spMkLst>
            <pc:docMk/>
            <pc:sldMk cId="3659894194" sldId="269"/>
            <ac:spMk id="3" creationId="{9D9B8717-F619-5108-D36F-55B43F303602}"/>
          </ac:spMkLst>
        </pc:spChg>
        <pc:picChg chg="add mod">
          <ac:chgData name="musukie52@gmail.com" userId="017bd91f96aa8751" providerId="LiveId" clId="{5B2C3894-F97E-4CAB-8812-5BB4D83AAC6A}" dt="2026-05-18T06:04:40.503" v="3386" actId="14100"/>
          <ac:picMkLst>
            <pc:docMk/>
            <pc:sldMk cId="3659894194" sldId="269"/>
            <ac:picMk id="5" creationId="{B89BADDF-64FF-3465-69CD-59A12C8F6CE1}"/>
          </ac:picMkLst>
        </pc:picChg>
      </pc:sldChg>
      <pc:sldChg chg="modSp new mod">
        <pc:chgData name="musukie52@gmail.com" userId="017bd91f96aa8751" providerId="LiveId" clId="{5B2C3894-F97E-4CAB-8812-5BB4D83AAC6A}" dt="2026-05-18T06:08:05.609" v="3909"/>
        <pc:sldMkLst>
          <pc:docMk/>
          <pc:sldMk cId="907015100" sldId="270"/>
        </pc:sldMkLst>
        <pc:spChg chg="mod">
          <ac:chgData name="musukie52@gmail.com" userId="017bd91f96aa8751" providerId="LiveId" clId="{5B2C3894-F97E-4CAB-8812-5BB4D83AAC6A}" dt="2026-05-18T06:06:20.109" v="3496"/>
          <ac:spMkLst>
            <pc:docMk/>
            <pc:sldMk cId="907015100" sldId="270"/>
            <ac:spMk id="2" creationId="{C164EC18-CCEE-ED82-F81E-200426850F29}"/>
          </ac:spMkLst>
        </pc:spChg>
        <pc:spChg chg="mod">
          <ac:chgData name="musukie52@gmail.com" userId="017bd91f96aa8751" providerId="LiveId" clId="{5B2C3894-F97E-4CAB-8812-5BB4D83AAC6A}" dt="2026-05-18T06:08:05.609" v="3909"/>
          <ac:spMkLst>
            <pc:docMk/>
            <pc:sldMk cId="907015100" sldId="270"/>
            <ac:spMk id="3" creationId="{078BC896-0CEB-C337-E29C-47054A2F72C6}"/>
          </ac:spMkLst>
        </pc:spChg>
      </pc:sldChg>
      <pc:sldChg chg="modSp new mod">
        <pc:chgData name="musukie52@gmail.com" userId="017bd91f96aa8751" providerId="LiveId" clId="{5B2C3894-F97E-4CAB-8812-5BB4D83AAC6A}" dt="2026-05-18T06:10:02.790" v="4241"/>
        <pc:sldMkLst>
          <pc:docMk/>
          <pc:sldMk cId="4144754257" sldId="271"/>
        </pc:sldMkLst>
        <pc:spChg chg="mod">
          <ac:chgData name="musukie52@gmail.com" userId="017bd91f96aa8751" providerId="LiveId" clId="{5B2C3894-F97E-4CAB-8812-5BB4D83AAC6A}" dt="2026-05-18T06:08:29.815" v="3917"/>
          <ac:spMkLst>
            <pc:docMk/>
            <pc:sldMk cId="4144754257" sldId="271"/>
            <ac:spMk id="2" creationId="{8CECBF6B-190E-1FA4-B9F2-3C1ADC67D9D6}"/>
          </ac:spMkLst>
        </pc:spChg>
        <pc:spChg chg="mod">
          <ac:chgData name="musukie52@gmail.com" userId="017bd91f96aa8751" providerId="LiveId" clId="{5B2C3894-F97E-4CAB-8812-5BB4D83AAC6A}" dt="2026-05-18T06:10:02.790" v="4241"/>
          <ac:spMkLst>
            <pc:docMk/>
            <pc:sldMk cId="4144754257" sldId="271"/>
            <ac:spMk id="3" creationId="{EDFDE29D-3BC0-CFDB-37F4-CB77E1C428BD}"/>
          </ac:spMkLst>
        </pc:spChg>
      </pc:sldChg>
      <pc:sldChg chg="modSp new mod">
        <pc:chgData name="musukie52@gmail.com" userId="017bd91f96aa8751" providerId="LiveId" clId="{5B2C3894-F97E-4CAB-8812-5BB4D83AAC6A}" dt="2026-05-18T06:15:58.069" v="4457" actId="20577"/>
        <pc:sldMkLst>
          <pc:docMk/>
          <pc:sldMk cId="602282885" sldId="272"/>
        </pc:sldMkLst>
        <pc:spChg chg="mod">
          <ac:chgData name="musukie52@gmail.com" userId="017bd91f96aa8751" providerId="LiveId" clId="{5B2C3894-F97E-4CAB-8812-5BB4D83AAC6A}" dt="2026-05-18T06:10:12.453" v="4270" actId="20577"/>
          <ac:spMkLst>
            <pc:docMk/>
            <pc:sldMk cId="602282885" sldId="272"/>
            <ac:spMk id="2" creationId="{C84A1174-CDAD-7212-64CF-FCD9592D4D54}"/>
          </ac:spMkLst>
        </pc:spChg>
        <pc:spChg chg="mod">
          <ac:chgData name="musukie52@gmail.com" userId="017bd91f96aa8751" providerId="LiveId" clId="{5B2C3894-F97E-4CAB-8812-5BB4D83AAC6A}" dt="2026-05-18T06:15:58.069" v="4457" actId="20577"/>
          <ac:spMkLst>
            <pc:docMk/>
            <pc:sldMk cId="602282885" sldId="272"/>
            <ac:spMk id="3" creationId="{DB7A461B-AF3E-8F33-F5F7-E8BA99271075}"/>
          </ac:spMkLst>
        </pc:spChg>
      </pc:sldChg>
      <pc:sldChg chg="addSp delSp modSp new mod">
        <pc:chgData name="musukie52@gmail.com" userId="017bd91f96aa8751" providerId="LiveId" clId="{5B2C3894-F97E-4CAB-8812-5BB4D83AAC6A}" dt="2026-05-18T06:19:45.084" v="5038" actId="14100"/>
        <pc:sldMkLst>
          <pc:docMk/>
          <pc:sldMk cId="3346344166" sldId="273"/>
        </pc:sldMkLst>
        <pc:spChg chg="mod">
          <ac:chgData name="musukie52@gmail.com" userId="017bd91f96aa8751" providerId="LiveId" clId="{5B2C3894-F97E-4CAB-8812-5BB4D83AAC6A}" dt="2026-05-18T06:16:21.167" v="4496"/>
          <ac:spMkLst>
            <pc:docMk/>
            <pc:sldMk cId="3346344166" sldId="273"/>
            <ac:spMk id="2" creationId="{1D4700A6-47C4-A62E-9200-56D5668FBBEF}"/>
          </ac:spMkLst>
        </pc:spChg>
        <pc:spChg chg="mod">
          <ac:chgData name="musukie52@gmail.com" userId="017bd91f96aa8751" providerId="LiveId" clId="{5B2C3894-F97E-4CAB-8812-5BB4D83AAC6A}" dt="2026-05-18T06:19:06.570" v="5034" actId="6549"/>
          <ac:spMkLst>
            <pc:docMk/>
            <pc:sldMk cId="3346344166" sldId="273"/>
            <ac:spMk id="3" creationId="{8D7FA4D3-5BFF-7489-35C6-E5071C49B531}"/>
          </ac:spMkLst>
        </pc:spChg>
        <pc:picChg chg="add del mod">
          <ac:chgData name="musukie52@gmail.com" userId="017bd91f96aa8751" providerId="LiveId" clId="{5B2C3894-F97E-4CAB-8812-5BB4D83AAC6A}" dt="2026-05-18T06:19:38.913" v="5036" actId="478"/>
          <ac:picMkLst>
            <pc:docMk/>
            <pc:sldMk cId="3346344166" sldId="273"/>
            <ac:picMk id="5" creationId="{313B816A-B5FD-5F44-E7F4-3C33E1E33590}"/>
          </ac:picMkLst>
        </pc:picChg>
        <pc:picChg chg="add mod">
          <ac:chgData name="musukie52@gmail.com" userId="017bd91f96aa8751" providerId="LiveId" clId="{5B2C3894-F97E-4CAB-8812-5BB4D83AAC6A}" dt="2026-05-18T06:19:45.084" v="5038" actId="14100"/>
          <ac:picMkLst>
            <pc:docMk/>
            <pc:sldMk cId="3346344166" sldId="273"/>
            <ac:picMk id="7" creationId="{A79A6BD0-532D-140C-B039-C212A0CF9653}"/>
          </ac:picMkLst>
        </pc:picChg>
      </pc:sldChg>
      <pc:sldChg chg="modSp new mod">
        <pc:chgData name="musukie52@gmail.com" userId="017bd91f96aa8751" providerId="LiveId" clId="{5B2C3894-F97E-4CAB-8812-5BB4D83AAC6A}" dt="2026-05-18T06:23:11.309" v="5693" actId="13926"/>
        <pc:sldMkLst>
          <pc:docMk/>
          <pc:sldMk cId="3016496369" sldId="274"/>
        </pc:sldMkLst>
        <pc:spChg chg="mod">
          <ac:chgData name="musukie52@gmail.com" userId="017bd91f96aa8751" providerId="LiveId" clId="{5B2C3894-F97E-4CAB-8812-5BB4D83AAC6A}" dt="2026-05-18T06:20:01.389" v="5102" actId="20577"/>
          <ac:spMkLst>
            <pc:docMk/>
            <pc:sldMk cId="3016496369" sldId="274"/>
            <ac:spMk id="2" creationId="{03EB197F-2E24-DED0-E86A-0457C5E7E647}"/>
          </ac:spMkLst>
        </pc:spChg>
        <pc:spChg chg="mod">
          <ac:chgData name="musukie52@gmail.com" userId="017bd91f96aa8751" providerId="LiveId" clId="{5B2C3894-F97E-4CAB-8812-5BB4D83AAC6A}" dt="2026-05-18T06:23:11.309" v="5693" actId="13926"/>
          <ac:spMkLst>
            <pc:docMk/>
            <pc:sldMk cId="3016496369" sldId="274"/>
            <ac:spMk id="3" creationId="{60F6AD8A-C072-FE54-8A12-68AAB5B65E0C}"/>
          </ac:spMkLst>
        </pc:spChg>
      </pc:sldChg>
      <pc:sldChg chg="addSp modSp new mod">
        <pc:chgData name="musukie52@gmail.com" userId="017bd91f96aa8751" providerId="LiveId" clId="{5B2C3894-F97E-4CAB-8812-5BB4D83AAC6A}" dt="2026-05-18T06:29:58.983" v="6347" actId="14100"/>
        <pc:sldMkLst>
          <pc:docMk/>
          <pc:sldMk cId="3801795230" sldId="275"/>
        </pc:sldMkLst>
        <pc:spChg chg="mod">
          <ac:chgData name="musukie52@gmail.com" userId="017bd91f96aa8751" providerId="LiveId" clId="{5B2C3894-F97E-4CAB-8812-5BB4D83AAC6A}" dt="2026-05-18T06:26:20.039" v="5718"/>
          <ac:spMkLst>
            <pc:docMk/>
            <pc:sldMk cId="3801795230" sldId="275"/>
            <ac:spMk id="2" creationId="{E2D34036-F93D-E5CC-4097-7F9F4FA7DE65}"/>
          </ac:spMkLst>
        </pc:spChg>
        <pc:spChg chg="mod">
          <ac:chgData name="musukie52@gmail.com" userId="017bd91f96aa8751" providerId="LiveId" clId="{5B2C3894-F97E-4CAB-8812-5BB4D83AAC6A}" dt="2026-05-18T06:29:53.608" v="6346" actId="20577"/>
          <ac:spMkLst>
            <pc:docMk/>
            <pc:sldMk cId="3801795230" sldId="275"/>
            <ac:spMk id="3" creationId="{65FA9AE4-14E8-9C92-3F4A-E8D8A15B6ACD}"/>
          </ac:spMkLst>
        </pc:spChg>
        <pc:picChg chg="add mod">
          <ac:chgData name="musukie52@gmail.com" userId="017bd91f96aa8751" providerId="LiveId" clId="{5B2C3894-F97E-4CAB-8812-5BB4D83AAC6A}" dt="2026-05-18T06:29:58.983" v="6347" actId="14100"/>
          <ac:picMkLst>
            <pc:docMk/>
            <pc:sldMk cId="3801795230" sldId="275"/>
            <ac:picMk id="5" creationId="{CAFB3858-C4A0-5E06-D872-45776E6ED982}"/>
          </ac:picMkLst>
        </pc:picChg>
      </pc:sldChg>
      <pc:sldChg chg="addSp modSp new mod">
        <pc:chgData name="musukie52@gmail.com" userId="017bd91f96aa8751" providerId="LiveId" clId="{5B2C3894-F97E-4CAB-8812-5BB4D83AAC6A}" dt="2026-05-18T06:28:33.855" v="6088" actId="1076"/>
        <pc:sldMkLst>
          <pc:docMk/>
          <pc:sldMk cId="4076532671" sldId="276"/>
        </pc:sldMkLst>
        <pc:spChg chg="mod">
          <ac:chgData name="musukie52@gmail.com" userId="017bd91f96aa8751" providerId="LiveId" clId="{5B2C3894-F97E-4CAB-8812-5BB4D83AAC6A}" dt="2026-05-18T06:26:24.269" v="5725"/>
          <ac:spMkLst>
            <pc:docMk/>
            <pc:sldMk cId="4076532671" sldId="276"/>
            <ac:spMk id="2" creationId="{00EAB4CC-640E-F1C0-DA06-4E638BF9D3D9}"/>
          </ac:spMkLst>
        </pc:spChg>
        <pc:spChg chg="mod">
          <ac:chgData name="musukie52@gmail.com" userId="017bd91f96aa8751" providerId="LiveId" clId="{5B2C3894-F97E-4CAB-8812-5BB4D83AAC6A}" dt="2026-05-18T06:28:22.831" v="6086"/>
          <ac:spMkLst>
            <pc:docMk/>
            <pc:sldMk cId="4076532671" sldId="276"/>
            <ac:spMk id="3" creationId="{97A1934A-B13E-4231-E15D-CDBE00027A51}"/>
          </ac:spMkLst>
        </pc:spChg>
        <pc:picChg chg="add mod">
          <ac:chgData name="musukie52@gmail.com" userId="017bd91f96aa8751" providerId="LiveId" clId="{5B2C3894-F97E-4CAB-8812-5BB4D83AAC6A}" dt="2026-05-18T06:28:33.855" v="6088" actId="1076"/>
          <ac:picMkLst>
            <pc:docMk/>
            <pc:sldMk cId="4076532671" sldId="276"/>
            <ac:picMk id="5" creationId="{A32AC63D-066C-08D7-4FE5-16D8004A40D5}"/>
          </ac:picMkLst>
        </pc:picChg>
      </pc:sldChg>
      <pc:sldChg chg="addSp delSp modSp new mod">
        <pc:chgData name="musukie52@gmail.com" userId="017bd91f96aa8751" providerId="LiveId" clId="{5B2C3894-F97E-4CAB-8812-5BB4D83AAC6A}" dt="2026-05-18T06:36:43.518" v="6591"/>
        <pc:sldMkLst>
          <pc:docMk/>
          <pc:sldMk cId="3759647991" sldId="277"/>
        </pc:sldMkLst>
        <pc:spChg chg="mod">
          <ac:chgData name="musukie52@gmail.com" userId="017bd91f96aa8751" providerId="LiveId" clId="{5B2C3894-F97E-4CAB-8812-5BB4D83AAC6A}" dt="2026-05-18T06:35:55.943" v="6491"/>
          <ac:spMkLst>
            <pc:docMk/>
            <pc:sldMk cId="3759647991" sldId="277"/>
            <ac:spMk id="2" creationId="{683B8EC1-AB85-4173-CF40-9BE9D5F9D962}"/>
          </ac:spMkLst>
        </pc:spChg>
        <pc:spChg chg="mod">
          <ac:chgData name="musukie52@gmail.com" userId="017bd91f96aa8751" providerId="LiveId" clId="{5B2C3894-F97E-4CAB-8812-5BB4D83AAC6A}" dt="2026-05-18T06:36:43.518" v="6591"/>
          <ac:spMkLst>
            <pc:docMk/>
            <pc:sldMk cId="3759647991" sldId="277"/>
            <ac:spMk id="3" creationId="{DE2CC965-9097-AACC-7ED6-BC75DD6B691E}"/>
          </ac:spMkLst>
        </pc:spChg>
        <pc:picChg chg="add del mod">
          <ac:chgData name="musukie52@gmail.com" userId="017bd91f96aa8751" providerId="LiveId" clId="{5B2C3894-F97E-4CAB-8812-5BB4D83AAC6A}" dt="2026-05-18T06:34:01.954" v="6352" actId="478"/>
          <ac:picMkLst>
            <pc:docMk/>
            <pc:sldMk cId="3759647991" sldId="277"/>
            <ac:picMk id="5" creationId="{7D44DE1B-7B91-F239-6B4F-A6A3407B86CB}"/>
          </ac:picMkLst>
        </pc:picChg>
        <pc:picChg chg="add mod">
          <ac:chgData name="musukie52@gmail.com" userId="017bd91f96aa8751" providerId="LiveId" clId="{5B2C3894-F97E-4CAB-8812-5BB4D83AAC6A}" dt="2026-05-18T06:34:06.592" v="6355" actId="1076"/>
          <ac:picMkLst>
            <pc:docMk/>
            <pc:sldMk cId="3759647991" sldId="277"/>
            <ac:picMk id="7" creationId="{3D10D7DB-8CFA-F5BB-CDB7-96B3C98AF7C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B3526-7ACD-6729-97BD-17F264851E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0A9AC25-580A-45A5-BFAC-6DC00C7BA2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7C5803-EBB2-9C39-4738-B5329CE18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5B817-8366-4A8F-8733-B45C78A8F170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C0A331-8509-E0C7-E508-AF9FA0EC0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A8DBB6-3908-C770-DC97-683868FC7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DEB76-555C-4B94-91E1-4308459D7A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0246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5597C0-4D04-2B75-5D50-0CA4CF4A3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6D34CC-7A8C-F8AD-4392-1F7C36186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5D0859-630C-BAD1-DEBD-C9C642C46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5B817-8366-4A8F-8733-B45C78A8F170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34CB9E-DBDD-A49F-3643-F8A175C71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5D2DE9-C792-594C-0233-6AB195D1D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DEB76-555C-4B94-91E1-4308459D7A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8743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F53B7F-1C66-66B4-C6CE-E47766AB6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E975B1-77F1-CD75-90C2-B46A480DC4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1025D7-6A44-B975-8DFE-805A1A9C6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5B817-8366-4A8F-8733-B45C78A8F170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E890A0-C036-DA84-1224-C995F8769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CBC5FC-DE99-CE87-D27E-9ED6BD88E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DEB76-555C-4B94-91E1-4308459D7A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9169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FD99DE-FB12-6B2B-25EE-F44FA1797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7143F8-E796-72B5-6D04-32C869756B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EAA47BD-4362-3348-7233-649D056C06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63F595-F008-68F1-9679-AAA796950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5B817-8366-4A8F-8733-B45C78A8F170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A4D950E-82AB-4869-3098-0D34524B8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F275F04-FDA6-B2CA-E2BE-49973C2EC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DEB76-555C-4B94-91E1-4308459D7A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7706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3D0667-0E4B-FCB7-CBE7-1ED919DB3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89921FE-1465-20D4-5C95-1401C8C44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C0F4C8F-52DC-14BA-CE21-1DA117C911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0C9D45A-5AE4-34F5-AE93-7831E7AC5B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C90CC97-D0C3-D301-3DA3-AD34142A23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5C381AC-7289-C7AF-44FB-DFDC15E66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5B817-8366-4A8F-8733-B45C78A8F170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4382275-5883-192E-3844-2E0C448C8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2C8692C-E467-AE68-C3F8-13F144CDA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DEB76-555C-4B94-91E1-4308459D7A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858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723223-033B-82C3-D7EF-ECBF2B031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D21CB48-2767-02AB-254E-919CE4EDB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5B817-8366-4A8F-8733-B45C78A8F170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E9413DF-E00B-4899-2345-B30E1C502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99C3363-4388-5517-F1B7-91A069A52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DEB76-555C-4B94-91E1-4308459D7A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1755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996A3E8-7B51-49FF-2911-A3BA2A4A6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5B817-8366-4A8F-8733-B45C78A8F170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DDC4F39-036D-F100-D43F-FD561A657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9BCB47-9899-6F97-1756-33C1D4DD8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DEB76-555C-4B94-91E1-4308459D7A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1238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FE35AC-DD70-5F54-A21B-EEECDA0C2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F4DC9D-522A-6D61-A5A2-F77826742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882D48-41DE-2FD3-528F-E7B09EE89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E1061FB-4268-6C19-BABF-84036AB93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5B817-8366-4A8F-8733-B45C78A8F170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6F824C-E586-82B1-560D-DEE5695F7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E8C7C2B-E8C7-3EEC-6D9F-880D8753F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DEB76-555C-4B94-91E1-4308459D7A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9700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F3E53-2B6D-7BB2-CB1C-7E204A600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7A5F709-D2DE-8305-72B6-32936CA0A2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4A67585-F1E5-5A6E-8753-543AA2E482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BD7D9E-F585-1A0C-ADF3-F77DB61F1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5B817-8366-4A8F-8733-B45C78A8F170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7C08CF7-FBA9-B83D-E8BB-FE74A7672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2C7E719-3906-025F-0F9C-83ECA2266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DEB76-555C-4B94-91E1-4308459D7A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3925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849270-B2EA-445B-0D5A-C27C8FBA3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6A2C03D-0002-00EB-D658-6F619FD73B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505C0E-BCFB-9713-400B-5A42559F3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5B817-8366-4A8F-8733-B45C78A8F170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92AA3E-69F7-9829-4E96-708D61C16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977E7F-6B30-23D2-A61D-51FC46037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DEB76-555C-4B94-91E1-4308459D7A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19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0DD084B-37BA-AA3E-7037-9009CC6B5E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2064DDA-4684-11BF-2E1A-711C2E04AC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257B85-348A-326D-5D52-6E1235E9A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5B817-8366-4A8F-8733-B45C78A8F170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29A4D9-7C28-90E5-06EB-321C5805F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765C59-6C58-92ED-E121-FDDF503D9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DEB76-555C-4B94-91E1-4308459D7A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5606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3411CB2-2A2E-748D-8343-A1C3D83A0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7B9793D-B0CC-426D-EC63-63F95D4C7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613264-C8E0-BE49-F498-12799F5BBC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B5B817-8366-4A8F-8733-B45C78A8F170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F91336-07BE-BE2E-810F-C7798F68B3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0BE7E2-A7AF-11CF-A790-C026AFF1D3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4DEB76-555C-4B94-91E1-4308459D7A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8514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749F72-9C38-1DDC-7197-6F77D59C2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저번 시간 판서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6705A37-A01E-AF51-32CF-AC4FB8298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6861" y="1690688"/>
            <a:ext cx="7378278" cy="4712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582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915A97-BB4D-4BF4-982B-4EF0A0CF2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플레이어의 진행 방향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498EB5-BEBF-6573-529E-C12CC68FDA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처음에 왼쪽이 </a:t>
            </a:r>
            <a:r>
              <a:rPr lang="ko-KR" altLang="en-US" dirty="0" err="1"/>
              <a:t>막혀있는</a:t>
            </a:r>
            <a:r>
              <a:rPr lang="ko-KR" altLang="en-US" dirty="0"/>
              <a:t> 배경을 통해</a:t>
            </a:r>
            <a:r>
              <a:rPr lang="en-US" altLang="ko-KR" dirty="0"/>
              <a:t>, </a:t>
            </a:r>
            <a:r>
              <a:rPr lang="ko-KR" altLang="en-US" dirty="0"/>
              <a:t>플레이어는 오른쪽으로 게임을 진행해야 함을 알 수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옛날 오락실 게임들이 이런 레벨 디자인을 잘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5582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44AE99-AD71-327B-C427-DAAF4C09A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다음 장이 게임의 이미지 캡쳐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C7C715-FB41-0551-F980-FB818E627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dirty="0"/>
              <a:t>뛰어내릴 수밖에 없는 상황</a:t>
            </a:r>
            <a:endParaRPr lang="en-US" altLang="ko-KR" dirty="0"/>
          </a:p>
          <a:p>
            <a:r>
              <a:rPr lang="ko-KR" altLang="en-US" dirty="0"/>
              <a:t>플레이어가 넘어갈 수 없는 영역까지 </a:t>
            </a:r>
            <a:r>
              <a:rPr lang="en-US" altLang="ko-KR" dirty="0"/>
              <a:t>Event Box</a:t>
            </a:r>
            <a:r>
              <a:rPr lang="ko-KR" altLang="en-US" dirty="0"/>
              <a:t>가 있을 것이다</a:t>
            </a:r>
            <a:endParaRPr lang="en-US" altLang="ko-KR" dirty="0"/>
          </a:p>
          <a:p>
            <a:r>
              <a:rPr lang="ko-KR" altLang="en-US" dirty="0"/>
              <a:t>캐릭터가 </a:t>
            </a:r>
            <a:r>
              <a:rPr lang="en-US" altLang="ko-KR" dirty="0"/>
              <a:t>Event Box</a:t>
            </a:r>
            <a:r>
              <a:rPr lang="ko-KR" altLang="en-US" dirty="0"/>
              <a:t>에 충돌하면 </a:t>
            </a:r>
            <a:r>
              <a:rPr lang="en-US" altLang="ko-KR" dirty="0"/>
              <a:t>Call Resource(</a:t>
            </a:r>
            <a:r>
              <a:rPr lang="ko-KR" altLang="en-US" dirty="0"/>
              <a:t>리소스를 호출</a:t>
            </a:r>
            <a:r>
              <a:rPr lang="en-US" altLang="ko-KR" dirty="0"/>
              <a:t>)</a:t>
            </a:r>
            <a:r>
              <a:rPr lang="ko-KR" altLang="en-US" dirty="0"/>
              <a:t>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여기서는 캐릭터가 뛰어내리면</a:t>
            </a:r>
            <a:r>
              <a:rPr lang="en-US" altLang="ko-KR" dirty="0"/>
              <a:t>, </a:t>
            </a:r>
            <a:r>
              <a:rPr lang="ko-KR" altLang="en-US" dirty="0"/>
              <a:t>나뭇가지가 부러지는 소리가 출력된다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 소리를 듣고 </a:t>
            </a:r>
            <a:r>
              <a:rPr lang="en-US" altLang="ko-KR" dirty="0"/>
              <a:t>Call Animation(</a:t>
            </a:r>
            <a:r>
              <a:rPr lang="ko-KR" altLang="en-US" dirty="0"/>
              <a:t>애니메이션 리소스 호출</a:t>
            </a:r>
            <a:r>
              <a:rPr lang="en-US" altLang="ko-KR" dirty="0"/>
              <a:t>)</a:t>
            </a:r>
            <a:r>
              <a:rPr lang="ko-KR" altLang="en-US" dirty="0"/>
              <a:t>해서 </a:t>
            </a:r>
            <a:r>
              <a:rPr lang="en-US" altLang="ko-KR" dirty="0"/>
              <a:t>NPC 2</a:t>
            </a:r>
            <a:r>
              <a:rPr lang="ko-KR" altLang="en-US" dirty="0"/>
              <a:t>명이 개발자가 </a:t>
            </a:r>
            <a:r>
              <a:rPr lang="ko-KR" altLang="en-US" dirty="0" err="1"/>
              <a:t>그려놓은</a:t>
            </a:r>
            <a:r>
              <a:rPr lang="ko-KR" altLang="en-US" dirty="0"/>
              <a:t> 대로 움직인다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NPC 2</a:t>
            </a:r>
            <a:r>
              <a:rPr lang="ko-KR" altLang="en-US" dirty="0"/>
              <a:t>명의 플래시 라이트 반경에 플레이어 캐릭터가 있으면 캐릭터는 </a:t>
            </a:r>
            <a:r>
              <a:rPr lang="en-US" altLang="ko-KR" dirty="0"/>
              <a:t>NPC</a:t>
            </a:r>
            <a:r>
              <a:rPr lang="ko-KR" altLang="en-US" dirty="0"/>
              <a:t>들에게 잡혔을 것이다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플래시 반경에 캐릭터가 있으면</a:t>
            </a:r>
            <a:r>
              <a:rPr lang="en-US" altLang="ko-KR" dirty="0"/>
              <a:t>, NPC</a:t>
            </a:r>
            <a:r>
              <a:rPr lang="ko-KR" altLang="en-US" dirty="0"/>
              <a:t>들은 같은 팀이 아닌 캐릭터를 </a:t>
            </a:r>
            <a:r>
              <a:rPr lang="en-US" altLang="ko-KR" dirty="0"/>
              <a:t>Detect(</a:t>
            </a:r>
            <a:r>
              <a:rPr lang="ko-KR" altLang="en-US" dirty="0"/>
              <a:t>탐지</a:t>
            </a:r>
            <a:r>
              <a:rPr lang="en-US" altLang="ko-KR" dirty="0"/>
              <a:t>)</a:t>
            </a:r>
            <a:r>
              <a:rPr lang="ko-KR" altLang="en-US" dirty="0"/>
              <a:t>해서 공격하는 것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플래시라이트</a:t>
            </a:r>
            <a:r>
              <a:rPr lang="ko-KR" altLang="en-US" dirty="0"/>
              <a:t> 반경 밖의 엄폐물 뒤는</a:t>
            </a:r>
            <a:r>
              <a:rPr lang="ko-KR" altLang="en-US" b="1" dirty="0"/>
              <a:t> </a:t>
            </a:r>
            <a:r>
              <a:rPr lang="en-US" altLang="ko-KR" b="1" dirty="0"/>
              <a:t>‘</a:t>
            </a:r>
            <a:r>
              <a:rPr lang="ko-KR" altLang="en-US" b="1" dirty="0"/>
              <a:t>공략 영역</a:t>
            </a:r>
            <a:r>
              <a:rPr lang="en-US" altLang="ko-KR" b="1" dirty="0"/>
              <a:t>＇</a:t>
            </a:r>
            <a:r>
              <a:rPr lang="ko-KR" altLang="en-US" dirty="0"/>
              <a:t>이자 </a:t>
            </a:r>
            <a:r>
              <a:rPr lang="en-US" altLang="ko-KR" b="1" dirty="0"/>
              <a:t>‘</a:t>
            </a:r>
            <a:r>
              <a:rPr lang="ko-KR" altLang="en-US" b="1" dirty="0"/>
              <a:t>안전 영역</a:t>
            </a:r>
            <a:r>
              <a:rPr lang="en-US" altLang="ko-KR" b="1" dirty="0"/>
              <a:t>‘</a:t>
            </a:r>
          </a:p>
          <a:p>
            <a:r>
              <a:rPr lang="ko-KR" altLang="en-US" dirty="0" err="1"/>
              <a:t>플래시라이트</a:t>
            </a:r>
            <a:r>
              <a:rPr lang="ko-KR" altLang="en-US" dirty="0"/>
              <a:t> 반경 내는 </a:t>
            </a:r>
            <a:r>
              <a:rPr lang="en-US" altLang="ko-KR" b="1" dirty="0"/>
              <a:t>‘</a:t>
            </a:r>
            <a:r>
              <a:rPr lang="ko-KR" altLang="en-US" b="1" dirty="0"/>
              <a:t>위험 영역</a:t>
            </a:r>
            <a:r>
              <a:rPr lang="en-US" altLang="ko-KR" b="1" dirty="0"/>
              <a:t>＇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350551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235B58C-F23F-6475-C568-3CA30B87E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6882"/>
            <a:ext cx="12192000" cy="5924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094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EC881B-6180-6A14-D492-4C4760CE9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상호작용 구조물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B04DB1-9975-0971-A6EF-65FC702D7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이미지처럼 구조물을 쓰러뜨려서 게임을 진행할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37C3C2C-F906-349C-2C6F-A41D71599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7444" y="2785590"/>
            <a:ext cx="4286848" cy="339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818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1D1F2C-6653-7D0B-9187-E16870266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캐릭터의 시선 방향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C61000-B65A-6C84-D092-DDE1849E21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사건이 일어나는 곳의 가장 가까운 곳으로 캐릭터가 바라보도록 설계</a:t>
            </a:r>
          </a:p>
        </p:txBody>
      </p:sp>
    </p:spTree>
    <p:extLst>
      <p:ext uri="{BB962C8B-B14F-4D97-AF65-F5344CB8AC3E}">
        <p14:creationId xmlns:p14="http://schemas.microsoft.com/office/powerpoint/2010/main" val="1495453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F13A6C-AB71-6CFE-4112-537C4D46B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퍼즐 게임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BB4760-CF86-CC8A-28C1-3C3670B02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퍼즐을 푸는 공간이 넓을 수록 퍼즐의 난이도는 높아진다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플레이어가 </a:t>
            </a:r>
            <a:r>
              <a:rPr lang="ko-KR" altLang="en-US" dirty="0" err="1"/>
              <a:t>의미없는</a:t>
            </a:r>
            <a:r>
              <a:rPr lang="ko-KR" altLang="en-US" dirty="0"/>
              <a:t> 곳을 찾아볼 수 있기 때문</a:t>
            </a:r>
            <a:endParaRPr lang="en-US" altLang="ko-KR" dirty="0"/>
          </a:p>
          <a:p>
            <a:r>
              <a:rPr lang="ko-KR" altLang="en-US" dirty="0"/>
              <a:t>따라서 이런 레벨 설계를 통해 왼쪽으로 다시는 갈 수 없게 만들어서 퍼즐을 푸는 공간을 제한할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1E2529F-45E6-E98D-77ED-0E9914297C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7933" y="3283446"/>
            <a:ext cx="3930038" cy="3419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320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8A8429-7934-3E91-C7E8-AB92051CB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플레이어가 오해할 수 있는 포인트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F191FD-906E-B995-D706-3C41EA36F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플래쉬 라이트를 피할 수 있다고 오해해서</a:t>
            </a:r>
            <a:endParaRPr lang="en-US" altLang="ko-KR" dirty="0"/>
          </a:p>
          <a:p>
            <a:r>
              <a:rPr lang="ko-KR" altLang="en-US" dirty="0"/>
              <a:t>플래쉬 라이트를 피해서 가려고 플레이하는 장면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개발자의 의도대로 플레이어 </a:t>
            </a:r>
            <a:r>
              <a:rPr lang="ko-KR" altLang="en-US" dirty="0" err="1"/>
              <a:t>캐릭</a:t>
            </a:r>
            <a:br>
              <a:rPr lang="en-US" altLang="ko-KR" dirty="0"/>
            </a:br>
            <a:r>
              <a:rPr lang="ko-KR" altLang="en-US" dirty="0"/>
              <a:t>터가 이 곳에 오면 무조건 강아지가</a:t>
            </a:r>
            <a:br>
              <a:rPr lang="en-US" altLang="ko-KR" dirty="0"/>
            </a:br>
            <a:r>
              <a:rPr lang="ko-KR" altLang="en-US" dirty="0"/>
              <a:t>달려오는 연출이 되는데</a:t>
            </a:r>
            <a:r>
              <a:rPr lang="en-US" altLang="ko-KR" dirty="0"/>
              <a:t>, </a:t>
            </a:r>
            <a:r>
              <a:rPr lang="ko-KR" altLang="en-US" dirty="0"/>
              <a:t>플래쉬</a:t>
            </a:r>
            <a:br>
              <a:rPr lang="en-US" altLang="ko-KR" dirty="0"/>
            </a:br>
            <a:r>
              <a:rPr lang="ko-KR" altLang="en-US" dirty="0"/>
              <a:t>라이트가 불필요하게 연출됨으로써</a:t>
            </a:r>
            <a:br>
              <a:rPr lang="en-US" altLang="ko-KR" dirty="0"/>
            </a:br>
            <a:r>
              <a:rPr lang="ko-KR" altLang="en-US" dirty="0"/>
              <a:t>플레이어의 플레이를 방해했다고</a:t>
            </a:r>
            <a:br>
              <a:rPr lang="en-US" altLang="ko-KR" dirty="0"/>
            </a:br>
            <a:r>
              <a:rPr lang="ko-KR" altLang="en-US" dirty="0"/>
              <a:t>볼 수 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0645B3A-D77D-3248-DA86-023FE4B5D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4833" y="2756077"/>
            <a:ext cx="4986353" cy="3862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821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0C4A69-622A-0C51-95F0-6B7E637B3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안전 영역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2C5989-76BF-4163-45F3-A3F997C88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자동차의 라이트를 피할 수 있는 영역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93D8F99-2FB6-AB3E-F8D2-53F663A5A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096" y="2913410"/>
            <a:ext cx="8886423" cy="3398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929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D449AC-FA22-D2D8-69F7-E9DFD6200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무조건 걸리는 영역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E1FAF6-DFE3-0BE1-F63F-4CAB86A9C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 부분은 </a:t>
            </a:r>
            <a:r>
              <a:rPr lang="ko-KR" altLang="en-US" dirty="0" err="1"/>
              <a:t>아까처럼</a:t>
            </a:r>
            <a:r>
              <a:rPr lang="ko-KR" altLang="en-US" dirty="0"/>
              <a:t> 플레이어가 피할 수 있다는 오해를 하지 않게 라이트를 정면으로 계속 비치고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971667F-DA0E-5052-EB4B-797A87FE7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2136" y="3647483"/>
            <a:ext cx="5493701" cy="2845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655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E1BC4D-07C9-9217-B162-D1ACD34E0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난이도를 올리기 위해 종류가 다른 두 박스를 만든다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B9A00E-2B9A-730C-F792-A7EF92EC7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플레이어 캐릭터를 쫓아오는 </a:t>
            </a:r>
            <a:r>
              <a:rPr lang="en-US" altLang="ko-KR" dirty="0"/>
              <a:t>NPC</a:t>
            </a:r>
            <a:r>
              <a:rPr lang="ko-KR" altLang="en-US" dirty="0"/>
              <a:t>들에 박스</a:t>
            </a:r>
            <a:r>
              <a:rPr lang="en-US" altLang="ko-KR" dirty="0"/>
              <a:t>1, </a:t>
            </a:r>
            <a:r>
              <a:rPr lang="ko-KR" altLang="en-US" dirty="0"/>
              <a:t>점프해서 피해야 하는 박스</a:t>
            </a:r>
            <a:r>
              <a:rPr lang="en-US" altLang="ko-KR" dirty="0"/>
              <a:t>2</a:t>
            </a:r>
          </a:p>
          <a:p>
            <a:r>
              <a:rPr lang="ko-KR" altLang="en-US" dirty="0"/>
              <a:t>이 </a:t>
            </a:r>
            <a:r>
              <a:rPr lang="en-US" altLang="ko-KR" dirty="0"/>
              <a:t>2</a:t>
            </a:r>
            <a:r>
              <a:rPr lang="ko-KR" altLang="en-US" dirty="0"/>
              <a:t>개의 박스를 같이 해결해야 하는 상황을 통해서 플레이어는 난이도가 높아졌다고 느낀다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그런데</a:t>
            </a:r>
            <a:r>
              <a:rPr lang="en-US" altLang="ko-KR" dirty="0"/>
              <a:t>, </a:t>
            </a:r>
            <a:r>
              <a:rPr lang="ko-KR" altLang="en-US" dirty="0"/>
              <a:t>이전에 플레이어는 플래쉬 라이트를 피해야 한다는 걸 학습했지만</a:t>
            </a:r>
            <a:r>
              <a:rPr lang="en-US" altLang="ko-KR" dirty="0"/>
              <a:t>, </a:t>
            </a:r>
            <a:r>
              <a:rPr lang="ko-KR" altLang="en-US" dirty="0"/>
              <a:t>이런 복합적인 상황에서 이를 </a:t>
            </a:r>
            <a:r>
              <a:rPr lang="ko-KR" altLang="en-US" dirty="0" err="1"/>
              <a:t>신경쓰지</a:t>
            </a:r>
            <a:r>
              <a:rPr lang="ko-KR" altLang="en-US" dirty="0"/>
              <a:t> 못해서 걸리는 상황을 개발자가 의도할 수도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플레이어가 가장 못하는 건 </a:t>
            </a:r>
            <a:r>
              <a:rPr lang="ko-KR" altLang="en-US" b="1" dirty="0"/>
              <a:t>잠깐 기다리는 </a:t>
            </a:r>
            <a:r>
              <a:rPr lang="ko-KR" altLang="en-US" b="1" dirty="0" err="1"/>
              <a:t>플레잌ㅋㅋㅋㅋ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41478310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B962F6F-4531-F38A-FFCC-1570925BE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8912"/>
            <a:ext cx="12192000" cy="554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3106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F36329-D87A-4484-1612-83B396B3A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플레이어가 무조건 마주해야 하는 상황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9B8717-F619-5108-D36F-55B43F303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플레이어는 무조건 뛰어내릴 수밖에 없다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절벽에서 떨어져서 물 속으로 떨어진다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플레이어는 자기도 모르게</a:t>
            </a:r>
            <a:br>
              <a:rPr lang="en-US" altLang="ko-KR" dirty="0"/>
            </a:br>
            <a:r>
              <a:rPr lang="ko-KR" altLang="en-US" dirty="0"/>
              <a:t>조작키를 움직여서 캐릭터를</a:t>
            </a:r>
            <a:br>
              <a:rPr lang="en-US" altLang="ko-KR" dirty="0"/>
            </a:br>
            <a:r>
              <a:rPr lang="ko-KR" altLang="en-US" dirty="0" err="1"/>
              <a:t>수영시킨다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89BADDF-64FF-3465-69CD-59A12C8F6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6856" y="3124576"/>
            <a:ext cx="6435144" cy="3733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8941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64EC18-CCEE-ED82-F81E-200426850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재미의 곡선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8BC896-0CEB-C337-E29C-47054A2F72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난이도의 곡선 </a:t>
            </a:r>
            <a:r>
              <a:rPr lang="en-US" altLang="ko-KR" dirty="0"/>
              <a:t>: </a:t>
            </a:r>
            <a:r>
              <a:rPr lang="ko-KR" altLang="en-US" dirty="0"/>
              <a:t>각각의 상황을 순서대로 해결했으나</a:t>
            </a:r>
            <a:r>
              <a:rPr lang="en-US" altLang="ko-KR" dirty="0"/>
              <a:t>, </a:t>
            </a:r>
            <a:r>
              <a:rPr lang="ko-KR" altLang="en-US" dirty="0"/>
              <a:t>난이도가 점점 올라가면서 </a:t>
            </a:r>
            <a:r>
              <a:rPr lang="ko-KR" altLang="en-US" dirty="0" err="1"/>
              <a:t>클라이막스에서는</a:t>
            </a:r>
            <a:r>
              <a:rPr lang="ko-KR" altLang="en-US" dirty="0"/>
              <a:t> </a:t>
            </a:r>
            <a:r>
              <a:rPr lang="en-US" altLang="ko-KR" dirty="0"/>
              <a:t>A+B+C+D </a:t>
            </a:r>
            <a:r>
              <a:rPr lang="ko-KR" altLang="en-US" dirty="0"/>
              <a:t>여러 가지 난이도가 복합적으로 나오면서 절정에 </a:t>
            </a:r>
            <a:r>
              <a:rPr lang="ko-KR" altLang="en-US" dirty="0" err="1"/>
              <a:t>다달았다가</a:t>
            </a:r>
            <a:r>
              <a:rPr lang="ko-KR" altLang="en-US" dirty="0"/>
              <a:t> 해결</a:t>
            </a:r>
            <a:endParaRPr lang="en-US" altLang="ko-KR" dirty="0"/>
          </a:p>
          <a:p>
            <a:r>
              <a:rPr lang="ko-KR" altLang="en-US" dirty="0"/>
              <a:t>학습의 곡선 </a:t>
            </a:r>
            <a:r>
              <a:rPr lang="en-US" altLang="ko-KR" dirty="0"/>
              <a:t>: </a:t>
            </a:r>
            <a:r>
              <a:rPr lang="ko-KR" altLang="en-US" dirty="0"/>
              <a:t>여러 가지 상황을 해결하는 방법을 학습</a:t>
            </a:r>
            <a:endParaRPr lang="en-US" altLang="ko-KR" dirty="0"/>
          </a:p>
          <a:p>
            <a:r>
              <a:rPr lang="ko-KR" altLang="en-US" dirty="0"/>
              <a:t>이야기의 곡선 </a:t>
            </a:r>
            <a:r>
              <a:rPr lang="en-US" altLang="ko-KR" dirty="0"/>
              <a:t>: </a:t>
            </a:r>
            <a:r>
              <a:rPr lang="ko-KR" altLang="en-US" dirty="0"/>
              <a:t>게임의 스토리도 이에 따라 자연스럽게 진행됨</a:t>
            </a:r>
          </a:p>
        </p:txBody>
      </p:sp>
    </p:spTree>
    <p:extLst>
      <p:ext uri="{BB962C8B-B14F-4D97-AF65-F5344CB8AC3E}">
        <p14:creationId xmlns:p14="http://schemas.microsoft.com/office/powerpoint/2010/main" val="9070151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ECBF6B-190E-1FA4-B9F2-3C1ADC67D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FDE29D-3BC0-CFDB-37F4-CB77E1C42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플레이어는 자기도 모르게 수영을 했었다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플레이어가 언제 수영을 통해 플래시 라이트를 피하는 지 보는 재미가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단순히 플래시 라이트가 다른 방향을 바라보기를 기다리다가</a:t>
            </a:r>
            <a:endParaRPr lang="en-US" altLang="ko-KR" dirty="0"/>
          </a:p>
          <a:p>
            <a:r>
              <a:rPr lang="ko-KR" altLang="en-US" dirty="0"/>
              <a:t>수영을 통해 플래시 라이트를 피하는 방법을 깨닫는 것</a:t>
            </a:r>
          </a:p>
        </p:txBody>
      </p:sp>
    </p:spTree>
    <p:extLst>
      <p:ext uri="{BB962C8B-B14F-4D97-AF65-F5344CB8AC3E}">
        <p14:creationId xmlns:p14="http://schemas.microsoft.com/office/powerpoint/2010/main" val="41447542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4A1174-CDAD-7212-64CF-FCD9592D4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미리 존재들을 보여주기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7A461B-AF3E-8F33-F5F7-E8BA992710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앞선 </a:t>
            </a:r>
            <a:r>
              <a:rPr lang="ko-KR" altLang="en-US" dirty="0" err="1"/>
              <a:t>상황들에서</a:t>
            </a:r>
            <a:r>
              <a:rPr lang="ko-KR" altLang="en-US" dirty="0"/>
              <a:t> 미리 존재들을 보여주고</a:t>
            </a:r>
            <a:r>
              <a:rPr lang="en-US" altLang="ko-KR" dirty="0"/>
              <a:t>, </a:t>
            </a:r>
            <a:r>
              <a:rPr lang="ko-KR" altLang="en-US" dirty="0"/>
              <a:t>그 존재들이 나중에 플레이에 영향을 주는 존재들로 다시 나타난다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이건 아주 좋은 레벨 설계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022828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4700A6-47C4-A62E-9200-56D5668FB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상호작용 구조물 </a:t>
            </a:r>
            <a:r>
              <a:rPr lang="en-US" altLang="ko-KR" dirty="0"/>
              <a:t>/ </a:t>
            </a:r>
            <a:r>
              <a:rPr lang="ko-KR" altLang="en-US" dirty="0"/>
              <a:t>트리거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7FA4D3-5BFF-7489-35C6-E5071C49B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트리거가 각각 경우의 수가 많으면</a:t>
            </a:r>
            <a:r>
              <a:rPr lang="en-US" altLang="ko-KR" dirty="0"/>
              <a:t>, </a:t>
            </a:r>
            <a:r>
              <a:rPr lang="ko-KR" altLang="en-US" dirty="0"/>
              <a:t>그만큼 더 난이도가 올라간다</a:t>
            </a:r>
            <a:r>
              <a:rPr lang="en-US" altLang="ko-KR" dirty="0"/>
              <a:t>. </a:t>
            </a:r>
            <a:r>
              <a:rPr lang="ko-KR" altLang="en-US" dirty="0"/>
              <a:t>따라서 재미있는 난이도를 만들기 위해 트리거</a:t>
            </a:r>
            <a:r>
              <a:rPr lang="en-US" altLang="ko-KR" dirty="0"/>
              <a:t>1</a:t>
            </a:r>
            <a:r>
              <a:rPr lang="ko-KR" altLang="en-US" dirty="0"/>
              <a:t>은 한 번 켜면 끌 수 없도록 설계하는 것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트리거</a:t>
            </a:r>
            <a:r>
              <a:rPr lang="en-US" altLang="ko-KR" dirty="0"/>
              <a:t>2</a:t>
            </a:r>
            <a:r>
              <a:rPr lang="ko-KR" altLang="en-US" dirty="0"/>
              <a:t>를 동작할 때</a:t>
            </a:r>
            <a:r>
              <a:rPr lang="en-US" altLang="ko-KR" dirty="0"/>
              <a:t>, </a:t>
            </a:r>
            <a:r>
              <a:rPr lang="ko-KR" altLang="en-US" dirty="0"/>
              <a:t>플레이어는 기계의 바람을 통해 짐덩이를 떨어뜨려야 한다는 힌트를 받을 수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 이전에 건물을 들어오기 전에 플레이어는 병아리들을 만나서 병아리들의 패턴과 속도를 알 수 있었다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79A6BD0-532D-140C-B039-C212A0CF9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9100" y="4572000"/>
            <a:ext cx="38862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3441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EB197F-2E24-DED0-E86A-0457C5E7E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약속된 병아리만 확률적으로 죽는다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F6AD8A-C072-FE54-8A12-68AAB5B65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r>
              <a:rPr lang="ko-KR" altLang="en-US" dirty="0"/>
              <a:t>탈곡기에 병아리를 유인해서 짐덩이에 부딪히게 해서 퍼즐을 푼다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그런데</a:t>
            </a:r>
            <a:r>
              <a:rPr lang="en-US" altLang="ko-KR" dirty="0"/>
              <a:t>, </a:t>
            </a:r>
            <a:r>
              <a:rPr lang="ko-KR" altLang="en-US" b="1" dirty="0"/>
              <a:t>예외 상황</a:t>
            </a:r>
            <a:r>
              <a:rPr lang="ko-KR" altLang="en-US" dirty="0"/>
              <a:t>이 있다</a:t>
            </a:r>
            <a:r>
              <a:rPr lang="en-US" altLang="ko-KR" dirty="0"/>
              <a:t>. </a:t>
            </a:r>
            <a:r>
              <a:rPr lang="ko-KR" altLang="en-US" dirty="0"/>
              <a:t>플레이어들 중</a:t>
            </a:r>
            <a:r>
              <a:rPr lang="en-US" altLang="ko-KR" dirty="0"/>
              <a:t>, </a:t>
            </a:r>
            <a:r>
              <a:rPr lang="ko-KR" altLang="en-US" dirty="0"/>
              <a:t>병아리를 계속 부딪히게 해서 죽게 할 때까지 부딪히는 플레이어가 있을 수도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이런 플레이를 계속하다가</a:t>
            </a:r>
            <a:r>
              <a:rPr lang="en-US" altLang="ko-KR" dirty="0"/>
              <a:t>, </a:t>
            </a:r>
            <a:r>
              <a:rPr lang="ko-KR" altLang="en-US" dirty="0"/>
              <a:t>스토리를 진행하지 못하는 상황이 벌어지지 않게 하기 위해서</a:t>
            </a:r>
            <a:endParaRPr lang="en-US" altLang="ko-KR" dirty="0"/>
          </a:p>
          <a:p>
            <a:r>
              <a:rPr lang="ko-KR" altLang="en-US" dirty="0"/>
              <a:t>약속된 병아리만 죽게 개발자가 설계해놓는 것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>
                <a:highlight>
                  <a:srgbClr val="FFFF00"/>
                </a:highlight>
              </a:rPr>
              <a:t>이런 것들을 설계하는 아마추어 개발자는 없으므로</a:t>
            </a:r>
            <a:r>
              <a:rPr lang="en-US" altLang="ko-KR" dirty="0">
                <a:highlight>
                  <a:srgbClr val="FFFF00"/>
                </a:highlight>
              </a:rPr>
              <a:t>, </a:t>
            </a:r>
            <a:r>
              <a:rPr lang="ko-KR" altLang="en-US" dirty="0">
                <a:highlight>
                  <a:srgbClr val="FFFF00"/>
                </a:highlight>
              </a:rPr>
              <a:t>내가 이런 걸 포트폴리오에 넣으면 아주 좋겠지</a:t>
            </a:r>
            <a:r>
              <a:rPr lang="en-US" altLang="ko-KR" dirty="0">
                <a:highlight>
                  <a:srgbClr val="FFFF00"/>
                </a:highlight>
              </a:rPr>
              <a:t>?</a:t>
            </a:r>
            <a:endParaRPr lang="ko-KR" alt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0164963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EAB4CC-640E-F1C0-DA06-4E638BF9D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돼지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A1934A-B13E-4231-E15D-CDBE00027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ko-KR" altLang="en-US" dirty="0"/>
              <a:t>가지 상태</a:t>
            </a:r>
            <a:endParaRPr lang="en-US" altLang="ko-KR" dirty="0"/>
          </a:p>
          <a:p>
            <a:pPr marL="914400" lvl="1" indent="-457200">
              <a:buFont typeface="+mj-lt"/>
              <a:buAutoNum type="arabicPeriod"/>
            </a:pPr>
            <a:r>
              <a:rPr lang="ko-KR" altLang="en-US" dirty="0"/>
              <a:t>죽은 척</a:t>
            </a:r>
            <a:r>
              <a:rPr lang="en-US" altLang="ko-KR" dirty="0"/>
              <a:t>(</a:t>
            </a:r>
            <a:r>
              <a:rPr lang="ko-KR" altLang="en-US" dirty="0"/>
              <a:t>연출</a:t>
            </a:r>
            <a:r>
              <a:rPr lang="en-US" altLang="ko-KR" dirty="0"/>
              <a:t>)</a:t>
            </a:r>
          </a:p>
          <a:p>
            <a:pPr marL="914400" lvl="1" indent="-457200">
              <a:buFont typeface="+mj-lt"/>
              <a:buAutoNum type="arabicPeriod"/>
            </a:pPr>
            <a:r>
              <a:rPr lang="ko-KR" altLang="en-US" dirty="0"/>
              <a:t>몬스터</a:t>
            </a:r>
            <a:r>
              <a:rPr lang="en-US" altLang="ko-KR" dirty="0"/>
              <a:t>(</a:t>
            </a:r>
            <a:r>
              <a:rPr lang="en-US" altLang="ko-KR" dirty="0" err="1"/>
              <a:t>p.c</a:t>
            </a:r>
            <a:r>
              <a:rPr lang="en-US" altLang="ko-KR" dirty="0"/>
              <a:t> </a:t>
            </a:r>
            <a:r>
              <a:rPr lang="ko-KR" altLang="en-US" dirty="0"/>
              <a:t>공격</a:t>
            </a:r>
            <a:r>
              <a:rPr lang="en-US" altLang="ko-KR" dirty="0"/>
              <a:t>) =&gt; </a:t>
            </a:r>
            <a:r>
              <a:rPr lang="ko-KR" altLang="en-US" dirty="0" err="1"/>
              <a:t>페이즈</a:t>
            </a:r>
            <a:r>
              <a:rPr lang="en-US" altLang="ko-KR" dirty="0"/>
              <a:t>1(</a:t>
            </a:r>
            <a:r>
              <a:rPr lang="ko-KR" altLang="en-US" dirty="0"/>
              <a:t>건물 안으로 들어가기 전</a:t>
            </a:r>
            <a:r>
              <a:rPr lang="en-US" altLang="ko-KR" dirty="0"/>
              <a:t>) -&gt; </a:t>
            </a:r>
            <a:r>
              <a:rPr lang="ko-KR" altLang="en-US" dirty="0" err="1"/>
              <a:t>페이즈</a:t>
            </a:r>
            <a:r>
              <a:rPr lang="en-US" altLang="ko-KR" dirty="0"/>
              <a:t>2(</a:t>
            </a:r>
            <a:r>
              <a:rPr lang="ko-KR" altLang="en-US" dirty="0"/>
              <a:t>건물 안으로 들어간 후에 다시 나오지 않게 됨</a:t>
            </a:r>
            <a:r>
              <a:rPr lang="en-US" altLang="ko-KR" dirty="0"/>
              <a:t>)</a:t>
            </a:r>
          </a:p>
          <a:p>
            <a:pPr marL="914400" lvl="1" indent="-457200">
              <a:buFont typeface="+mj-lt"/>
              <a:buAutoNum type="arabicPeriod"/>
            </a:pPr>
            <a:r>
              <a:rPr lang="ko-KR" altLang="en-US" dirty="0"/>
              <a:t>돼지가 벽에 부딪혀서 기절</a:t>
            </a:r>
            <a:endParaRPr lang="en-US" altLang="ko-KR" dirty="0"/>
          </a:p>
          <a:p>
            <a:pPr marL="914400" lvl="1" indent="-457200">
              <a:buFont typeface="+mj-lt"/>
              <a:buAutoNum type="arabicPeriod"/>
            </a:pPr>
            <a:r>
              <a:rPr lang="ko-KR" altLang="en-US" dirty="0"/>
              <a:t>돼지를 활용해서 높이 있는 오브젝트에 닿게 할 수 있다</a:t>
            </a:r>
            <a:r>
              <a:rPr lang="en-US" altLang="ko-KR" dirty="0"/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32AC63D-066C-08D7-4FE5-16D8004A4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513" y="4297574"/>
            <a:ext cx="5134692" cy="231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5326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D34036-F93D-E5CC-4097-7F9F4FA7D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리마커블한</a:t>
            </a:r>
            <a:r>
              <a:rPr lang="ko-KR" altLang="en-US" dirty="0"/>
              <a:t> 오브젝트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FA9AE4-14E8-9C92-3F4A-E8D8A15B6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자동차나 비행기 운전과 다르지 않지만</a:t>
            </a:r>
            <a:r>
              <a:rPr lang="en-US" altLang="ko-KR" dirty="0"/>
              <a:t>, </a:t>
            </a:r>
            <a:r>
              <a:rPr lang="ko-KR" altLang="en-US" dirty="0"/>
              <a:t>연출을 통해 </a:t>
            </a:r>
            <a:r>
              <a:rPr lang="ko-KR" altLang="en-US" dirty="0" err="1"/>
              <a:t>리마커블하게</a:t>
            </a:r>
            <a:r>
              <a:rPr lang="ko-KR" altLang="en-US" dirty="0"/>
              <a:t> 만들었다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오브젝트를 플레이어가 머리에 쓰게 되면</a:t>
            </a:r>
            <a:r>
              <a:rPr lang="en-US" altLang="ko-KR" dirty="0"/>
              <a:t>, </a:t>
            </a:r>
            <a:r>
              <a:rPr lang="ko-KR" altLang="en-US" dirty="0"/>
              <a:t>플레이어의 움직임을 </a:t>
            </a:r>
            <a:r>
              <a:rPr lang="en-US" altLang="ko-KR" dirty="0"/>
              <a:t>NPC</a:t>
            </a:r>
            <a:r>
              <a:rPr lang="ko-KR" altLang="en-US" dirty="0"/>
              <a:t>들이 이어받아서 플레이가 진행되게 된다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AFB3858-C4A0-5E06-D872-45776E6ED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7460" y="3688831"/>
            <a:ext cx="6890870" cy="3169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7952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3B8EC1-AB85-4173-CF40-9BE9D5F9D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게임적인 상황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2CC965-9097-AACC-7ED6-BC75DD6B6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주변의 상황에 따른 </a:t>
            </a:r>
            <a:r>
              <a:rPr lang="en-US" altLang="ko-KR" dirty="0"/>
              <a:t>NPC</a:t>
            </a:r>
            <a:r>
              <a:rPr lang="ko-KR" altLang="en-US" dirty="0"/>
              <a:t>들의 움직임을 플레이어가 따라 하도록 상황을 만든다</a:t>
            </a:r>
            <a:r>
              <a:rPr lang="en-US" altLang="ko-KR" dirty="0"/>
              <a:t>.</a:t>
            </a:r>
          </a:p>
          <a:p>
            <a:r>
              <a:rPr lang="ko-KR" altLang="en-US"/>
              <a:t>우리는 지금처럼 코믹한 상황들도 만들 수 있어야 </a:t>
            </a:r>
            <a:r>
              <a:rPr lang="ko-KR" altLang="en-US" dirty="0"/>
              <a:t>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D10D7DB-8CFA-F5BB-CDB7-96B3C98AF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5006" y="3116049"/>
            <a:ext cx="8056994" cy="3741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647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714</Words>
  <Application>Microsoft Office PowerPoint</Application>
  <PresentationFormat>와이드스크린</PresentationFormat>
  <Paragraphs>77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4" baseType="lpstr">
      <vt:lpstr>맑은 고딕</vt:lpstr>
      <vt:lpstr>Arial</vt:lpstr>
      <vt:lpstr>Office 테마</vt:lpstr>
      <vt:lpstr>저번 시간 판서</vt:lpstr>
      <vt:lpstr>플레이어의 진행 방향</vt:lpstr>
      <vt:lpstr>다음 장이 게임의 이미지 캡쳐</vt:lpstr>
      <vt:lpstr>PowerPoint 프레젠테이션</vt:lpstr>
      <vt:lpstr>상호작용 구조물</vt:lpstr>
      <vt:lpstr>캐릭터의 시선 방향</vt:lpstr>
      <vt:lpstr>퍼즐 게임</vt:lpstr>
      <vt:lpstr>플레이어가 오해할 수 있는 포인트</vt:lpstr>
      <vt:lpstr>안전 영역</vt:lpstr>
      <vt:lpstr>무조건 걸리는 영역</vt:lpstr>
      <vt:lpstr>난이도를 올리기 위해 종류가 다른 두 박스를 만든다.</vt:lpstr>
      <vt:lpstr>PowerPoint 프레젠테이션</vt:lpstr>
      <vt:lpstr>플레이어가 무조건 마주해야 하는 상황</vt:lpstr>
      <vt:lpstr>재미의 곡선</vt:lpstr>
      <vt:lpstr>학습</vt:lpstr>
      <vt:lpstr>미리 존재들을 보여주기</vt:lpstr>
      <vt:lpstr>상호작용 구조물 / 트리거</vt:lpstr>
      <vt:lpstr>약속된 병아리만 확률적으로 죽는다.</vt:lpstr>
      <vt:lpstr>돼지</vt:lpstr>
      <vt:lpstr>리마커블한 오브젝트</vt:lpstr>
      <vt:lpstr>게임적인 상황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musukie52@gmail.com</dc:creator>
  <cp:lastModifiedBy>musukie52@gmail.com</cp:lastModifiedBy>
  <cp:revision>1</cp:revision>
  <dcterms:created xsi:type="dcterms:W3CDTF">2026-05-18T04:57:36Z</dcterms:created>
  <dcterms:modified xsi:type="dcterms:W3CDTF">2026-05-18T06:36:50Z</dcterms:modified>
</cp:coreProperties>
</file>