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28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69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28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70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45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2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9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03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1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33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6178D-43A4-43D5-B776-11DD57CF95DD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B3323-FF4B-441A-AA63-52C2835D1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76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스케치업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smtClean="0"/>
              <a:t>구글 아이디로 로그인하면 무료로 사용 가능</a:t>
            </a:r>
            <a:r>
              <a:rPr lang="en-US" altLang="ko-KR" smtClean="0"/>
              <a:t>!</a:t>
            </a:r>
          </a:p>
          <a:p>
            <a:r>
              <a:rPr lang="en-US" altLang="ko-KR" smtClean="0"/>
              <a:t>https://sketchup.trimble.com/ko-kr/plans-and-pricing/sketchup-free</a:t>
            </a:r>
          </a:p>
          <a:p>
            <a:r>
              <a:rPr lang="en-US" altLang="ko-KR" smtClean="0"/>
              <a:t>https://app.sketchup.com/app?_gl=1*sw3piz*_ga*MTkzODc3MDk5NS4xNzc5NDI3OTE1*_ga_32C90KX4MW*czE3Nzk0Mjc5MTUkbzEkZzEkdDE3Nzk0Mjc5MjkkajQ5JGwwJGgyMjY0Mzc1NjU.*_fplc*cTMxQnJNOWtRclBvbnk3SlRzVklRMzNTZjJKd1ZuYUhwdWwyT2pNMkR6TnAyTnB5dlFWJTJCeU5zaWNHak9vVGFMTk9RdTR5JTJCS0JBRFpFT1paUlM4bXdSQW1iS25FU3RsanZEdXhTeTk0cVN0YmgyR1Btanprd0J2TEl1NDFZdyUzRCUzRA..*_gcl_au*MTEzMTE4NjQ2Ni4xNzc5NDI3OTE4*FPAU*MTEzMTE4NjQ2Ni4xNzc5NDI3OTE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32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스케치업 시작하기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단위를 미터로 누르면 이 화면이 나온다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00897"/>
            <a:ext cx="3534268" cy="30007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773" y="2500897"/>
            <a:ext cx="528741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9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기능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휠 드래그 </a:t>
            </a:r>
            <a:r>
              <a:rPr lang="en-US" altLang="ko-KR" smtClean="0"/>
              <a:t>: </a:t>
            </a:r>
            <a:r>
              <a:rPr lang="ko-KR" altLang="en-US" smtClean="0"/>
              <a:t>확대 </a:t>
            </a:r>
            <a:r>
              <a:rPr lang="en-US" altLang="ko-KR" smtClean="0"/>
              <a:t>/ </a:t>
            </a:r>
            <a:r>
              <a:rPr lang="ko-KR" altLang="en-US" smtClean="0"/>
              <a:t>축소</a:t>
            </a:r>
            <a:endParaRPr lang="en-US" altLang="ko-KR" smtClean="0"/>
          </a:p>
          <a:p>
            <a:r>
              <a:rPr lang="ko-KR" altLang="en-US" smtClean="0"/>
              <a:t>휠 버튼 클릭 드래그 </a:t>
            </a:r>
            <a:r>
              <a:rPr lang="en-US" altLang="ko-KR" smtClean="0"/>
              <a:t>: 360</a:t>
            </a:r>
            <a:r>
              <a:rPr lang="ko-KR" altLang="en-US" smtClean="0"/>
              <a:t>도로</a:t>
            </a:r>
            <a:r>
              <a:rPr lang="en-US" altLang="ko-KR" smtClean="0"/>
              <a:t> </a:t>
            </a:r>
            <a:r>
              <a:rPr lang="ko-KR" altLang="en-US" smtClean="0"/>
              <a:t>회전</a:t>
            </a:r>
            <a:endParaRPr lang="en-US" altLang="ko-KR" smtClean="0"/>
          </a:p>
          <a:p>
            <a:r>
              <a:rPr lang="ko-KR" altLang="en-US" smtClean="0"/>
              <a:t>스페이스바 </a:t>
            </a:r>
            <a:r>
              <a:rPr lang="en-US" altLang="ko-KR" smtClean="0"/>
              <a:t>: </a:t>
            </a:r>
            <a:r>
              <a:rPr lang="ko-KR" altLang="en-US" smtClean="0"/>
              <a:t>그냥 일반 마우스         </a:t>
            </a:r>
            <a:r>
              <a:rPr lang="en-US" altLang="ko-KR" smtClean="0"/>
              <a:t>. </a:t>
            </a:r>
            <a:r>
              <a:rPr lang="ko-KR" altLang="en-US" smtClean="0"/>
              <a:t>드래그 하면 대상 선택</a:t>
            </a:r>
            <a:endParaRPr lang="en-US" altLang="ko-KR" smtClean="0"/>
          </a:p>
          <a:p>
            <a:r>
              <a:rPr lang="ko-KR" altLang="en-US" smtClean="0"/>
              <a:t>지우개 </a:t>
            </a:r>
            <a:r>
              <a:rPr lang="en-US" altLang="ko-KR" smtClean="0"/>
              <a:t>: </a:t>
            </a:r>
            <a:r>
              <a:rPr lang="ko-KR" altLang="en-US" smtClean="0"/>
              <a:t>대상 위로 드래그</a:t>
            </a:r>
            <a:r>
              <a:rPr lang="en-US" altLang="ko-KR" smtClean="0"/>
              <a:t>/</a:t>
            </a:r>
            <a:r>
              <a:rPr lang="ko-KR" altLang="en-US" smtClean="0"/>
              <a:t>클릭하면 대상을 지운다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연필 </a:t>
            </a:r>
            <a:r>
              <a:rPr lang="en-US" altLang="ko-KR" smtClean="0"/>
              <a:t>: </a:t>
            </a:r>
            <a:r>
              <a:rPr lang="ko-KR" altLang="en-US"/>
              <a:t>직</a:t>
            </a:r>
            <a:r>
              <a:rPr lang="ko-KR" altLang="en-US" smtClean="0"/>
              <a:t>선으로 스케치 가능</a:t>
            </a:r>
            <a:r>
              <a:rPr lang="en-US" altLang="ko-KR" smtClean="0"/>
              <a:t>. Esc</a:t>
            </a:r>
            <a:r>
              <a:rPr lang="ko-KR" altLang="en-US" smtClean="0"/>
              <a:t>를 누르면 완료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Ctrl + z : </a:t>
            </a:r>
            <a:r>
              <a:rPr lang="ko-KR" altLang="en-US" smtClean="0"/>
              <a:t>이전으로 되돌리기</a:t>
            </a:r>
            <a:endParaRPr lang="en-US" altLang="ko-KR" smtClean="0"/>
          </a:p>
          <a:p>
            <a:r>
              <a:rPr lang="en-US" altLang="ko-KR" smtClean="0"/>
              <a:t>Ctrl + y : </a:t>
            </a:r>
            <a:r>
              <a:rPr lang="ko-KR" altLang="en-US" smtClean="0"/>
              <a:t>다시 실행하기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37875"/>
            <a:ext cx="964551" cy="59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6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59057"/>
          </a:xfrm>
        </p:spPr>
        <p:txBody>
          <a:bodyPr>
            <a:normAutofit/>
          </a:bodyPr>
          <a:lstStyle/>
          <a:p>
            <a:r>
              <a:rPr lang="en-US" altLang="ko-KR" smtClean="0"/>
              <a:t>H : x(</a:t>
            </a:r>
            <a:r>
              <a:rPr lang="ko-KR" altLang="en-US" smtClean="0"/>
              <a:t>빨간색</a:t>
            </a:r>
            <a:r>
              <a:rPr lang="en-US" altLang="ko-KR" smtClean="0"/>
              <a:t>)</a:t>
            </a:r>
            <a:r>
              <a:rPr lang="ko-KR" altLang="en-US" smtClean="0"/>
              <a:t>축과 </a:t>
            </a:r>
            <a:r>
              <a:rPr lang="en-US" altLang="ko-KR" smtClean="0"/>
              <a:t>y(</a:t>
            </a:r>
            <a:r>
              <a:rPr lang="ko-KR" altLang="en-US" smtClean="0"/>
              <a:t>파란색</a:t>
            </a:r>
            <a:r>
              <a:rPr lang="en-US" altLang="ko-KR" smtClean="0"/>
              <a:t>)</a:t>
            </a:r>
            <a:r>
              <a:rPr lang="ko-KR" altLang="en-US" smtClean="0"/>
              <a:t>축으로 움직임 </a:t>
            </a:r>
            <a:r>
              <a:rPr lang="en-US" altLang="ko-KR" smtClean="0"/>
              <a:t>/ z</a:t>
            </a:r>
            <a:r>
              <a:rPr lang="ko-KR" altLang="en-US" smtClean="0"/>
              <a:t>축</a:t>
            </a:r>
            <a:r>
              <a:rPr lang="en-US" altLang="ko-KR" smtClean="0"/>
              <a:t>(</a:t>
            </a:r>
            <a:r>
              <a:rPr lang="ko-KR" altLang="en-US" smtClean="0"/>
              <a:t>초록색</a:t>
            </a:r>
            <a:r>
              <a:rPr lang="en-US" altLang="ko-KR" smtClean="0"/>
              <a:t>)</a:t>
            </a:r>
          </a:p>
          <a:p>
            <a:r>
              <a:rPr lang="en-US" altLang="ko-KR" smtClean="0"/>
              <a:t>    : </a:t>
            </a:r>
            <a:r>
              <a:rPr lang="ko-KR" altLang="en-US" smtClean="0"/>
              <a:t>밀고 당기기 </a:t>
            </a:r>
            <a:r>
              <a:rPr lang="en-US" altLang="ko-KR" smtClean="0"/>
              <a:t>: </a:t>
            </a:r>
            <a:r>
              <a:rPr lang="ko-KR" altLang="en-US" smtClean="0"/>
              <a:t>면을 입체로 만드는 기능</a:t>
            </a:r>
            <a:endParaRPr lang="en-US" altLang="ko-KR" smtClean="0"/>
          </a:p>
          <a:p>
            <a:r>
              <a:rPr lang="en-US" altLang="ko-KR" smtClean="0"/>
              <a:t>    : </a:t>
            </a:r>
            <a:r>
              <a:rPr lang="ko-KR" altLang="en-US" smtClean="0"/>
              <a:t>선택한 대상을 기준으로 움직인다</a:t>
            </a:r>
            <a:r>
              <a:rPr lang="en-US" altLang="ko-KR" smtClean="0"/>
              <a:t>.</a:t>
            </a:r>
          </a:p>
          <a:p>
            <a:r>
              <a:rPr lang="en-US" altLang="ko-KR"/>
              <a:t> </a:t>
            </a:r>
            <a:r>
              <a:rPr lang="en-US" altLang="ko-KR" smtClean="0"/>
              <a:t>   : </a:t>
            </a:r>
            <a:r>
              <a:rPr lang="ko-KR" altLang="en-US" smtClean="0"/>
              <a:t>선택한 대상을 클릭한 부분을 기준으로 회전시킨다</a:t>
            </a:r>
            <a:r>
              <a:rPr lang="en-US" altLang="ko-KR" smtClean="0"/>
              <a:t>.</a:t>
            </a:r>
          </a:p>
          <a:p>
            <a:r>
              <a:rPr lang="en-US" altLang="ko-KR"/>
              <a:t> </a:t>
            </a:r>
            <a:r>
              <a:rPr lang="en-US" altLang="ko-KR" smtClean="0"/>
              <a:t>   : </a:t>
            </a:r>
            <a:r>
              <a:rPr lang="ko-KR" altLang="en-US" smtClean="0"/>
              <a:t>선택한 대상의 부피를 변화시킨다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    : </a:t>
            </a:r>
            <a:r>
              <a:rPr lang="ko-KR" altLang="en-US" smtClean="0"/>
              <a:t>기본적으로는 면의 색을 바꿈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오른쪽 이미지의 항목을 선택하면 재질을 바꿀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어떤 대상의 안쪽에 있는 대상을 칠하려면 확대시켜서 면이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하얀색이 되면 칠하면 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3002" t="35322" r="30657" b="-10732"/>
          <a:stretch/>
        </p:blipFill>
        <p:spPr>
          <a:xfrm>
            <a:off x="1203157" y="2358191"/>
            <a:ext cx="312822" cy="4331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90" y="2926263"/>
            <a:ext cx="371989" cy="37198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68" y="3409124"/>
            <a:ext cx="381011" cy="5477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617" y="3956829"/>
            <a:ext cx="419902" cy="40081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295" y="4495643"/>
            <a:ext cx="1411705" cy="238903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990" y="4463755"/>
            <a:ext cx="396053" cy="39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0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   : </a:t>
            </a:r>
            <a:r>
              <a:rPr lang="ko-KR" altLang="en-US" smtClean="0"/>
              <a:t>웨어하우스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  : </a:t>
            </a:r>
            <a:r>
              <a:rPr lang="ko-KR" altLang="en-US" smtClean="0"/>
              <a:t>페인트 기능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  : </a:t>
            </a:r>
            <a:r>
              <a:rPr lang="ko-KR" altLang="en-US" smtClean="0"/>
              <a:t>실제 길이</a:t>
            </a:r>
            <a:r>
              <a:rPr lang="en-US" altLang="ko-KR" smtClean="0"/>
              <a:t>/</a:t>
            </a:r>
            <a:r>
              <a:rPr lang="ko-KR" altLang="en-US" smtClean="0"/>
              <a:t>거리를 잴 수 있는 기능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  : </a:t>
            </a:r>
            <a:r>
              <a:rPr lang="ko-KR" altLang="en-US" smtClean="0"/>
              <a:t>게임 화면을 산책하듯이 돌아다녀볼 수 있다</a:t>
            </a:r>
            <a:r>
              <a:rPr lang="en-US" altLang="ko-KR" smtClean="0"/>
              <a:t>.</a:t>
            </a:r>
          </a:p>
          <a:p>
            <a:r>
              <a:rPr lang="en-US" altLang="ko-KR"/>
              <a:t> </a:t>
            </a:r>
            <a:r>
              <a:rPr lang="en-US" altLang="ko-KR" smtClean="0"/>
              <a:t>  : </a:t>
            </a:r>
            <a:r>
              <a:rPr lang="ko-KR" altLang="en-US" smtClean="0"/>
              <a:t>지시선</a:t>
            </a:r>
            <a:r>
              <a:rPr lang="en-US" altLang="ko-KR" smtClean="0"/>
              <a:t>. </a:t>
            </a:r>
            <a:r>
              <a:rPr lang="ko-KR" altLang="en-US" smtClean="0"/>
              <a:t>원래 재료나 측정값을 적는 용도로 쓴다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한글로 적으면 이상하게 나오므로</a:t>
            </a:r>
            <a:r>
              <a:rPr lang="en-US" altLang="ko-KR" smtClean="0"/>
              <a:t>, </a:t>
            </a:r>
            <a:r>
              <a:rPr lang="ko-KR" altLang="en-US" smtClean="0"/>
              <a:t>영어로 쓰자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   </a:t>
            </a:r>
            <a:r>
              <a:rPr lang="en-US" altLang="ko-KR" smtClean="0"/>
              <a:t>: </a:t>
            </a:r>
            <a:r>
              <a:rPr lang="ko-KR" altLang="en-US" smtClean="0"/>
              <a:t>복제</a:t>
            </a:r>
            <a:r>
              <a:rPr lang="en-US" altLang="ko-KR" smtClean="0"/>
              <a:t>. </a:t>
            </a:r>
            <a:r>
              <a:rPr lang="ko-KR" altLang="en-US" smtClean="0"/>
              <a:t>이미 있는 대상을</a:t>
            </a:r>
            <a:r>
              <a:rPr lang="en-US" altLang="ko-KR" smtClean="0"/>
              <a:t>, </a:t>
            </a:r>
            <a:r>
              <a:rPr lang="ko-KR" altLang="en-US" smtClean="0"/>
              <a:t>같은 모양이지만 다른 크기로 튀어나오게하거나 들어가게 금방금방 만들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… </a:t>
            </a:r>
            <a:r>
              <a:rPr lang="ko-KR" altLang="en-US" smtClean="0"/>
              <a:t>버튼 </a:t>
            </a:r>
            <a:r>
              <a:rPr lang="en-US" altLang="ko-KR" smtClean="0"/>
              <a:t>: </a:t>
            </a:r>
            <a:r>
              <a:rPr lang="ko-KR" altLang="en-US" smtClean="0"/>
              <a:t>다양한 기타 등등 기능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15" y="1825625"/>
            <a:ext cx="421108" cy="108601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92" y="2911643"/>
            <a:ext cx="475631" cy="4476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17" y="3491840"/>
            <a:ext cx="529906" cy="101164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377" y="4756342"/>
            <a:ext cx="269350" cy="41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그림판으로 맵 이미지를 복사해서 이미지로 저장</a:t>
            </a:r>
            <a:endParaRPr lang="en-US" altLang="ko-KR" smtClean="0"/>
          </a:p>
          <a:p>
            <a:r>
              <a:rPr lang="ko-KR" altLang="en-US" smtClean="0"/>
              <a:t>스케치업으로 파일로 가져올 때</a:t>
            </a:r>
            <a:endParaRPr lang="en-US" altLang="ko-KR"/>
          </a:p>
          <a:p>
            <a:pPr lvl="1"/>
            <a:r>
              <a:rPr lang="ko-KR" altLang="en-US" smtClean="0"/>
              <a:t>이미지로 </a:t>
            </a:r>
            <a:r>
              <a:rPr lang="en-US" altLang="ko-KR" smtClean="0"/>
              <a:t>: </a:t>
            </a:r>
            <a:r>
              <a:rPr lang="ko-KR" altLang="en-US" smtClean="0"/>
              <a:t>이미지 자체로 가져올래</a:t>
            </a:r>
            <a:r>
              <a:rPr lang="en-US" altLang="ko-KR" smtClean="0"/>
              <a:t>?</a:t>
            </a:r>
          </a:p>
          <a:p>
            <a:pPr lvl="1"/>
            <a:r>
              <a:rPr lang="en-US" altLang="ko-KR" smtClean="0"/>
              <a:t>(</a:t>
            </a:r>
            <a:r>
              <a:rPr lang="ko-KR" altLang="en-US" smtClean="0"/>
              <a:t>자료로</a:t>
            </a:r>
            <a:r>
              <a:rPr lang="en-US" altLang="ko-KR" smtClean="0"/>
              <a:t>)</a:t>
            </a:r>
            <a:r>
              <a:rPr lang="ko-KR" altLang="en-US" smtClean="0"/>
              <a:t>재질로 </a:t>
            </a:r>
            <a:r>
              <a:rPr lang="en-US" altLang="ko-KR" smtClean="0"/>
              <a:t>: </a:t>
            </a:r>
            <a:r>
              <a:rPr lang="ko-KR" altLang="en-US" smtClean="0"/>
              <a:t>창호지처럼 가져올래</a:t>
            </a:r>
            <a:r>
              <a:rPr lang="en-US" altLang="ko-KR" smtClean="0"/>
              <a:t>?</a:t>
            </a:r>
          </a:p>
          <a:p>
            <a:r>
              <a:rPr lang="ko-KR" altLang="en-US" smtClean="0"/>
              <a:t>원점으로 가져와서</a:t>
            </a:r>
            <a:r>
              <a:rPr lang="en-US" altLang="ko-KR"/>
              <a:t> </a:t>
            </a:r>
            <a:r>
              <a:rPr lang="ko-KR" altLang="en-US" smtClean="0"/>
              <a:t>원점에 붙이고</a:t>
            </a:r>
            <a:r>
              <a:rPr lang="en-US" altLang="ko-KR" smtClean="0"/>
              <a:t>, </a:t>
            </a:r>
            <a:r>
              <a:rPr lang="ko-KR" altLang="en-US" smtClean="0"/>
              <a:t>원점을 한 번 클릭해서 크기를 조절한다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02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우측 버튼 중 그림자</a:t>
            </a:r>
            <a:br>
              <a:rPr lang="ko-KR" altLang="en-US" smtClean="0"/>
            </a:b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그림자를 활성화하면 그림자가 생긴다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시간 </a:t>
            </a:r>
            <a:r>
              <a:rPr lang="en-US" altLang="ko-KR" smtClean="0"/>
              <a:t>: </a:t>
            </a:r>
            <a:r>
              <a:rPr lang="ko-KR" altLang="en-US" smtClean="0"/>
              <a:t>지구의 자전을 중심으로</a:t>
            </a:r>
            <a:endParaRPr lang="en-US" altLang="ko-KR" smtClean="0"/>
          </a:p>
          <a:p>
            <a:r>
              <a:rPr lang="ko-KR" altLang="en-US" smtClean="0"/>
              <a:t>날짜 </a:t>
            </a:r>
            <a:r>
              <a:rPr lang="en-US" altLang="ko-KR" smtClean="0"/>
              <a:t>: </a:t>
            </a:r>
            <a:r>
              <a:rPr lang="ko-KR" altLang="en-US" smtClean="0"/>
              <a:t>지구의 공전을 중심으로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건축 상에서 빛은 중요하므로 이런 기능이 있는 것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빛의 밝음</a:t>
            </a:r>
            <a:r>
              <a:rPr lang="ko-KR" altLang="en-US"/>
              <a:t>과</a:t>
            </a:r>
            <a:r>
              <a:rPr lang="en-US" altLang="ko-KR" smtClean="0"/>
              <a:t> </a:t>
            </a:r>
            <a:r>
              <a:rPr lang="ko-KR" altLang="en-US" smtClean="0"/>
              <a:t>어두움의 정도도 조절할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안개 설정도 가능</a:t>
            </a:r>
            <a:r>
              <a:rPr lang="en-US" altLang="ko-KR" smtClean="0"/>
              <a:t>. </a:t>
            </a:r>
            <a:r>
              <a:rPr lang="ko-KR" altLang="en-US" smtClean="0"/>
              <a:t>색도 바꿀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84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267</Words>
  <Application>Microsoft Office PowerPoint</Application>
  <PresentationFormat>와이드스크린</PresentationFormat>
  <Paragraphs>45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스케치업</vt:lpstr>
      <vt:lpstr>스케치업 시작하기</vt:lpstr>
      <vt:lpstr>기능</vt:lpstr>
      <vt:lpstr>PowerPoint 프레젠테이션</vt:lpstr>
      <vt:lpstr>PowerPoint 프레젠테이션</vt:lpstr>
      <vt:lpstr>PowerPoint 프레젠테이션</vt:lpstr>
      <vt:lpstr>우측 버튼 중 그림자 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스케치업</dc:title>
  <dc:creator>FullName</dc:creator>
  <cp:lastModifiedBy>FullName</cp:lastModifiedBy>
  <cp:revision>8</cp:revision>
  <dcterms:created xsi:type="dcterms:W3CDTF">2026-05-22T05:33:34Z</dcterms:created>
  <dcterms:modified xsi:type="dcterms:W3CDTF">2026-05-22T06:55:48Z</dcterms:modified>
</cp:coreProperties>
</file>