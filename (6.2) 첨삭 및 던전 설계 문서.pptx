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8" r:id="rId12"/>
    <p:sldId id="267" r:id="rId13"/>
    <p:sldId id="270" r:id="rId14"/>
    <p:sldId id="269" r:id="rId15"/>
    <p:sldId id="272" r:id="rId16"/>
    <p:sldId id="271" r:id="rId17"/>
    <p:sldId id="274" r:id="rId18"/>
    <p:sldId id="273" r:id="rId19"/>
    <p:sldId id="277" r:id="rId20"/>
    <p:sldId id="276" r:id="rId21"/>
    <p:sldId id="275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F26F-4CFB-48AA-ACFB-F7764E0F0D3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61F84-6E82-434E-A76E-870FDA083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20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F26F-4CFB-48AA-ACFB-F7764E0F0D3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61F84-6E82-434E-A76E-870FDA083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983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F26F-4CFB-48AA-ACFB-F7764E0F0D3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61F84-6E82-434E-A76E-870FDA083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973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F26F-4CFB-48AA-ACFB-F7764E0F0D3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61F84-6E82-434E-A76E-870FDA083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161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F26F-4CFB-48AA-ACFB-F7764E0F0D3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61F84-6E82-434E-A76E-870FDA083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978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F26F-4CFB-48AA-ACFB-F7764E0F0D3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61F84-6E82-434E-A76E-870FDA083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60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F26F-4CFB-48AA-ACFB-F7764E0F0D3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61F84-6E82-434E-A76E-870FDA083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029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F26F-4CFB-48AA-ACFB-F7764E0F0D3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61F84-6E82-434E-A76E-870FDA083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53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F26F-4CFB-48AA-ACFB-F7764E0F0D3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61F84-6E82-434E-A76E-870FDA083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5533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F26F-4CFB-48AA-ACFB-F7764E0F0D3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61F84-6E82-434E-A76E-870FDA083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98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F26F-4CFB-48AA-ACFB-F7764E0F0D3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61F84-6E82-434E-A76E-870FDA083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209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6F26F-4CFB-48AA-ACFB-F7764E0F0D3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61F84-6E82-434E-A76E-870FDA083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926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어제 판서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63149"/>
            <a:ext cx="7411453" cy="519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38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무료 </a:t>
            </a:r>
            <a:r>
              <a:rPr lang="en-US" altLang="ko-KR" smtClean="0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smtClean="0"/>
              <a:t>플로우가 많이 바꼈다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기존에는 한번에 캐릭터</a:t>
            </a:r>
            <a:r>
              <a:rPr lang="en-US" altLang="ko-KR" smtClean="0"/>
              <a:t>, </a:t>
            </a:r>
            <a:r>
              <a:rPr lang="ko-KR" altLang="en-US" smtClean="0"/>
              <a:t>배경</a:t>
            </a:r>
            <a:r>
              <a:rPr lang="en-US" altLang="ko-KR" smtClean="0"/>
              <a:t>, </a:t>
            </a:r>
            <a:r>
              <a:rPr lang="ko-KR" altLang="en-US" smtClean="0"/>
              <a:t>상황을 한번에 이미지를 첨부해서 만들 수 있었는데</a:t>
            </a:r>
            <a:endParaRPr lang="en-US" altLang="ko-KR" smtClean="0"/>
          </a:p>
          <a:p>
            <a:r>
              <a:rPr lang="ko-KR" altLang="en-US" smtClean="0"/>
              <a:t>이제는 캐릭터를 따로 등록해야 하고</a:t>
            </a:r>
            <a:r>
              <a:rPr lang="en-US" altLang="ko-KR" smtClean="0"/>
              <a:t>, ‘</a:t>
            </a:r>
            <a:r>
              <a:rPr lang="ko-KR" altLang="en-US" smtClean="0"/>
              <a:t>모든 미디어</a:t>
            </a:r>
            <a:r>
              <a:rPr lang="en-US" altLang="ko-KR" smtClean="0"/>
              <a:t>’</a:t>
            </a:r>
            <a:r>
              <a:rPr lang="ko-KR" altLang="en-US" smtClean="0"/>
              <a:t>에서 등록된 이미지로 불러와야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캐릭터의 이름</a:t>
            </a:r>
            <a:r>
              <a:rPr lang="en-US" altLang="ko-KR" smtClean="0"/>
              <a:t>, </a:t>
            </a:r>
            <a:r>
              <a:rPr lang="ko-KR" altLang="en-US" smtClean="0"/>
              <a:t>음성</a:t>
            </a:r>
            <a:r>
              <a:rPr lang="en-US" altLang="ko-KR"/>
              <a:t> </a:t>
            </a:r>
            <a:r>
              <a:rPr lang="ko-KR" altLang="en-US" smtClean="0"/>
              <a:t>등을 등록할 수 있다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‘</a:t>
            </a:r>
            <a:r>
              <a:rPr lang="ko-KR" altLang="en-US" smtClean="0"/>
              <a:t>모든 미디어</a:t>
            </a:r>
            <a:r>
              <a:rPr lang="en-US" altLang="ko-KR" smtClean="0"/>
              <a:t>’</a:t>
            </a:r>
            <a:r>
              <a:rPr lang="ko-KR" altLang="en-US" smtClean="0"/>
              <a:t>에서 작업할 때 원하는 이미지로 작업되지 않으면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생성 순서로 명령을 내려야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커뮤니티 위반이라고 뜬다면</a:t>
            </a:r>
            <a:r>
              <a:rPr lang="en-US" altLang="ko-KR" smtClean="0"/>
              <a:t>, </a:t>
            </a:r>
            <a:r>
              <a:rPr lang="ko-KR" altLang="en-US" smtClean="0"/>
              <a:t>다시 프롬프트를 만들거나 같은 프롬프트로 재생성 하면 된다</a:t>
            </a:r>
            <a:r>
              <a:rPr lang="en-US" altLang="ko-KR" smtClean="0"/>
              <a:t>. (</a:t>
            </a:r>
            <a:r>
              <a:rPr lang="ko-KR" altLang="en-US" smtClean="0"/>
              <a:t>그때그때 되고 안 되고가 다르다</a:t>
            </a:r>
            <a:r>
              <a:rPr lang="en-US" altLang="ko-KR" smtClean="0"/>
              <a:t>.)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257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127" y="1033128"/>
            <a:ext cx="6239746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489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그래픽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내가 가장 잘한 부분을 보여줄 수 있게 구도를 잡아서 캡쳐샷을 찍으면 좋다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내가 가장 잘한 부분이 </a:t>
            </a:r>
            <a:r>
              <a:rPr lang="en-US" altLang="ko-KR" smtClean="0"/>
              <a:t>2</a:t>
            </a:r>
            <a:r>
              <a:rPr lang="ko-KR" altLang="en-US" smtClean="0"/>
              <a:t>사분면</a:t>
            </a:r>
            <a:r>
              <a:rPr lang="en-US" altLang="ko-KR"/>
              <a:t> </a:t>
            </a:r>
            <a:r>
              <a:rPr lang="ko-KR" altLang="en-US" smtClean="0"/>
              <a:t>쪽에</a:t>
            </a:r>
            <a:r>
              <a:rPr lang="en-US" altLang="ko-KR" smtClean="0"/>
              <a:t>, </a:t>
            </a:r>
            <a:r>
              <a:rPr lang="ko-KR" altLang="en-US" smtClean="0"/>
              <a:t>가장 잘한 부분에서 멀어질 수록 못한 부분이 배치될 수 있게 구도를 잡으면 된다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8382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따라하기 </a:t>
            </a:r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선생님이 주신 자료를 보고 따라 만들자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이야기에 중요한 장소이거나</a:t>
            </a:r>
            <a:r>
              <a:rPr lang="en-US" altLang="ko-KR" smtClean="0"/>
              <a:t>,</a:t>
            </a:r>
          </a:p>
          <a:p>
            <a:r>
              <a:rPr lang="ko-KR" altLang="en-US" smtClean="0"/>
              <a:t>기능적으로 매우 우수하게 설계한 퍼즐</a:t>
            </a:r>
            <a:r>
              <a:rPr lang="en-US" altLang="ko-KR" smtClean="0"/>
              <a:t>/</a:t>
            </a:r>
            <a:r>
              <a:rPr lang="ko-KR" altLang="en-US" smtClean="0"/>
              <a:t>상호작용구조물을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따로 따서 제시하면 좋다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지원 분야 </a:t>
            </a:r>
            <a:r>
              <a:rPr lang="en-US" altLang="ko-KR" smtClean="0"/>
              <a:t>: </a:t>
            </a:r>
            <a:r>
              <a:rPr lang="ko-KR" altLang="en-US" smtClean="0"/>
              <a:t>기획 디자이너</a:t>
            </a:r>
            <a:endParaRPr lang="en-US" altLang="ko-KR" smtClean="0"/>
          </a:p>
          <a:p>
            <a:r>
              <a:rPr lang="ko-KR" altLang="en-US" smtClean="0"/>
              <a:t>작성자 </a:t>
            </a:r>
            <a:r>
              <a:rPr lang="en-US" altLang="ko-KR" smtClean="0"/>
              <a:t>: </a:t>
            </a:r>
            <a:r>
              <a:rPr lang="ko-KR" altLang="en-US" smtClean="0"/>
              <a:t>내 이름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554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34"/>
            <a:ext cx="12192000" cy="687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35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따라하기 </a:t>
            </a:r>
            <a:r>
              <a:rPr lang="en-US" altLang="ko-KR" smtClean="0"/>
              <a:t>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Ppt </a:t>
            </a:r>
            <a:r>
              <a:rPr lang="ko-KR" altLang="en-US" smtClean="0"/>
              <a:t>디자인을 따라하는 게 아니다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컨셉들을 적으면 된다는 것만 알자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40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7195"/>
            <a:ext cx="12192002" cy="689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859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따라하기 </a:t>
            </a:r>
            <a:r>
              <a:rPr lang="en-US" altLang="ko-KR" smtClean="0"/>
              <a:t>3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아래 이미지에서 제일 중요한 건 </a:t>
            </a:r>
            <a:r>
              <a:rPr lang="en-US" altLang="ko-KR" smtClean="0"/>
              <a:t>: </a:t>
            </a:r>
            <a:r>
              <a:rPr lang="ko-KR" altLang="en-US" b="1" smtClean="0"/>
              <a:t>플레이 타임</a:t>
            </a:r>
            <a:endParaRPr lang="en-US" altLang="ko-KR" b="1" smtClean="0"/>
          </a:p>
          <a:p>
            <a:endParaRPr lang="en-US" altLang="ko-KR"/>
          </a:p>
          <a:p>
            <a:r>
              <a:rPr lang="ko-KR" altLang="en-US" smtClean="0"/>
              <a:t>플레이어가 그냥 맵을 돌아다니는 최단 시간</a:t>
            </a:r>
            <a:endParaRPr lang="en-US" altLang="ko-KR"/>
          </a:p>
          <a:p>
            <a:r>
              <a:rPr lang="ko-KR" altLang="en-US" smtClean="0"/>
              <a:t>플레이어가 몬스터와전투</a:t>
            </a:r>
            <a:r>
              <a:rPr lang="en-US" altLang="ko-KR" smtClean="0"/>
              <a:t>/</a:t>
            </a:r>
            <a:r>
              <a:rPr lang="ko-KR" altLang="en-US" smtClean="0"/>
              <a:t>퍼즐을풀기 등 컨텐츠를 플레이하는 데 걸리는 시간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이런 시간들을 상상해서 적어보자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397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998"/>
            <a:ext cx="12192000" cy="688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367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따라하기 </a:t>
            </a:r>
            <a:r>
              <a:rPr lang="en-US" altLang="ko-KR" smtClean="0"/>
              <a:t>4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전투 지역을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923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6" y="-1"/>
            <a:ext cx="12089288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0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따라하기 </a:t>
            </a:r>
            <a:r>
              <a:rPr lang="en-US" altLang="ko-KR"/>
              <a:t>5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네비 맵 </a:t>
            </a:r>
            <a:r>
              <a:rPr lang="en-US" altLang="ko-KR" smtClean="0"/>
              <a:t>: </a:t>
            </a:r>
            <a:r>
              <a:rPr lang="ko-KR" altLang="en-US" smtClean="0"/>
              <a:t>암맵</a:t>
            </a:r>
            <a:r>
              <a:rPr lang="en-US" altLang="ko-KR" smtClean="0"/>
              <a:t>. </a:t>
            </a:r>
            <a:r>
              <a:rPr lang="ko-KR" altLang="en-US" smtClean="0"/>
              <a:t>이동 가능한 지역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57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7195"/>
            <a:ext cx="12191998" cy="689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585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따라하기 </a:t>
            </a:r>
            <a:r>
              <a:rPr lang="en-US" altLang="ko-KR" smtClean="0"/>
              <a:t>6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배틀 플로우 차트를 형성하기 위한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228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" y="0"/>
            <a:ext cx="12166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249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따라하기 </a:t>
            </a:r>
            <a:r>
              <a:rPr lang="en-US" altLang="ko-KR" smtClean="0"/>
              <a:t>7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배틀 플로우 차트에서 마지막 보스를 잡는 조건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순서도로 표현하는 게 제일 좋다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네머물결 도형은 </a:t>
            </a:r>
            <a:r>
              <a:rPr lang="en-US" altLang="ko-KR" smtClean="0"/>
              <a:t>: </a:t>
            </a:r>
            <a:r>
              <a:rPr lang="ko-KR" altLang="en-US" smtClean="0"/>
              <a:t>출력</a:t>
            </a:r>
            <a:r>
              <a:rPr lang="en-US" altLang="ko-KR" smtClean="0"/>
              <a:t>/</a:t>
            </a:r>
            <a:r>
              <a:rPr lang="ko-KR" altLang="en-US" smtClean="0"/>
              <a:t>실행해 라는 의미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꿀팁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16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35"/>
            <a:ext cx="12192000" cy="683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25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따라하기 </a:t>
            </a:r>
            <a:r>
              <a:rPr lang="en-US" altLang="ko-KR" smtClean="0"/>
              <a:t>8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387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87"/>
            <a:ext cx="12192000" cy="686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3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251"/>
            <a:ext cx="12192000" cy="689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09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따라하기 </a:t>
            </a:r>
            <a:r>
              <a:rPr lang="en-US" altLang="ko-KR" smtClean="0"/>
              <a:t>9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어디에 어떤 몬스터를 배치할 지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몬스터의 수만큼 점을 찍어주면 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413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1" y="486705"/>
            <a:ext cx="10439398" cy="588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32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해야할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던전 설계 문서</a:t>
            </a:r>
            <a:endParaRPr lang="en-US" altLang="ko-KR" smtClean="0"/>
          </a:p>
          <a:p>
            <a:r>
              <a:rPr lang="ko-KR" altLang="en-US" smtClean="0"/>
              <a:t>던전 레벨 디자인 문서</a:t>
            </a:r>
            <a:endParaRPr lang="en-US" altLang="ko-KR" smtClean="0"/>
          </a:p>
          <a:p>
            <a:r>
              <a:rPr lang="ko-KR" altLang="en-US" smtClean="0"/>
              <a:t>필드 레벨 디자인 문서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699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233</Words>
  <Application>Microsoft Office PowerPoint</Application>
  <PresentationFormat>와이드스크린</PresentationFormat>
  <Paragraphs>51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어제 판서</vt:lpstr>
      <vt:lpstr>무료 AI</vt:lpstr>
      <vt:lpstr>PowerPoint 프레젠테이션</vt:lpstr>
      <vt:lpstr>그래픽</vt:lpstr>
      <vt:lpstr>따라하기 1</vt:lpstr>
      <vt:lpstr>PowerPoint 프레젠테이션</vt:lpstr>
      <vt:lpstr>따라하기 2</vt:lpstr>
      <vt:lpstr>PowerPoint 프레젠테이션</vt:lpstr>
      <vt:lpstr>따라하기 3</vt:lpstr>
      <vt:lpstr>PowerPoint 프레젠테이션</vt:lpstr>
      <vt:lpstr>따라하기 4</vt:lpstr>
      <vt:lpstr>PowerPoint 프레젠테이션</vt:lpstr>
      <vt:lpstr>따라하기 5</vt:lpstr>
      <vt:lpstr>PowerPoint 프레젠테이션</vt:lpstr>
      <vt:lpstr>따라하기 6</vt:lpstr>
      <vt:lpstr>PowerPoint 프레젠테이션</vt:lpstr>
      <vt:lpstr>따라하기 7</vt:lpstr>
      <vt:lpstr>PowerPoint 프레젠테이션</vt:lpstr>
      <vt:lpstr>따라하기 8</vt:lpstr>
      <vt:lpstr>PowerPoint 프레젠테이션</vt:lpstr>
      <vt:lpstr>PowerPoint 프레젠테이션</vt:lpstr>
      <vt:lpstr>따라하기 9</vt:lpstr>
      <vt:lpstr>PowerPoint 프레젠테이션</vt:lpstr>
      <vt:lpstr>해야할 것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어제 판서</dc:title>
  <dc:creator>FullName</dc:creator>
  <cp:lastModifiedBy>FullName</cp:lastModifiedBy>
  <cp:revision>5</cp:revision>
  <dcterms:created xsi:type="dcterms:W3CDTF">2026-06-02T05:02:30Z</dcterms:created>
  <dcterms:modified xsi:type="dcterms:W3CDTF">2026-06-02T06:50:42Z</dcterms:modified>
</cp:coreProperties>
</file>