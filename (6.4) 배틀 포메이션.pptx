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57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11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04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0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42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3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66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2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38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46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7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D4EA5-BDD2-430E-82A3-65A24AF2C9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AB65F-6E15-4E0B-9B7E-B56CD2AD8C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25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7702423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8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한 주 체크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기획자 공통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스케치업으로 작업한 내용</a:t>
            </a:r>
            <a:r>
              <a:rPr lang="en-US" altLang="ko-KR" smtClean="0"/>
              <a:t>(3D </a:t>
            </a:r>
            <a:r>
              <a:rPr lang="ko-KR" altLang="en-US" smtClean="0"/>
              <a:t>백그라운드</a:t>
            </a:r>
            <a:r>
              <a:rPr lang="en-US" altLang="ko-KR" smtClean="0"/>
              <a:t>/</a:t>
            </a:r>
            <a:r>
              <a:rPr lang="ko-KR" altLang="en-US" smtClean="0"/>
              <a:t>배경</a:t>
            </a:r>
            <a:r>
              <a:rPr lang="en-US" altLang="ko-KR" smtClean="0"/>
              <a:t>)</a:t>
            </a:r>
            <a:r>
              <a:rPr lang="ko-KR" altLang="en-US" smtClean="0"/>
              <a:t>을 유니티로 옮겨서 이벤트로 만들어보자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유니티에 </a:t>
            </a:r>
            <a:r>
              <a:rPr lang="en-US" altLang="ko-KR" smtClean="0"/>
              <a:t>Tool shot</a:t>
            </a:r>
            <a:r>
              <a:rPr lang="ko-KR" altLang="en-US" smtClean="0"/>
              <a:t>을 구성해서 </a:t>
            </a:r>
            <a:r>
              <a:rPr lang="en-US" altLang="ko-KR" smtClean="0"/>
              <a:t>10</a:t>
            </a:r>
            <a:r>
              <a:rPr lang="ko-KR" altLang="en-US" smtClean="0"/>
              <a:t>페이지 아래위로 만들어주면 유니티의 숙련도를 어필하는 내용이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다음 주에는 </a:t>
            </a:r>
            <a:r>
              <a:rPr lang="en-US" altLang="ko-KR" smtClean="0"/>
              <a:t>Dungeon </a:t>
            </a:r>
            <a:r>
              <a:rPr lang="ko-KR" altLang="en-US" smtClean="0"/>
              <a:t>디자인 문서</a:t>
            </a:r>
            <a:r>
              <a:rPr lang="en-US" altLang="ko-KR" smtClean="0"/>
              <a:t>, </a:t>
            </a:r>
            <a:r>
              <a:rPr lang="ko-KR" altLang="en-US" smtClean="0"/>
              <a:t>그 중에서도 </a:t>
            </a:r>
            <a:r>
              <a:rPr lang="en-US" altLang="ko-KR" smtClean="0"/>
              <a:t>Level </a:t>
            </a:r>
            <a:r>
              <a:rPr lang="ko-KR" altLang="en-US" smtClean="0"/>
              <a:t>분야에 관련된 걸 만들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마음가짐을 잘 다듬자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98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284" y="10817"/>
            <a:ext cx="5117432" cy="683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Level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621" y="1825624"/>
            <a:ext cx="10956758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게임</a:t>
            </a:r>
            <a:r>
              <a:rPr lang="en-US" altLang="ko-KR" smtClean="0"/>
              <a:t> </a:t>
            </a:r>
            <a:r>
              <a:rPr lang="ko-KR" altLang="en-US" smtClean="0"/>
              <a:t>화면상에 등장하고 사라지는 정보에 대한 순서</a:t>
            </a:r>
            <a:endParaRPr lang="en-US" altLang="ko-KR" smtClean="0"/>
          </a:p>
          <a:p>
            <a:r>
              <a:rPr lang="ko-KR" altLang="en-US" smtClean="0"/>
              <a:t>정보 </a:t>
            </a:r>
            <a:r>
              <a:rPr lang="en-US" altLang="ko-KR" smtClean="0"/>
              <a:t>: </a:t>
            </a:r>
            <a:r>
              <a:rPr lang="ko-KR" altLang="en-US" smtClean="0"/>
              <a:t>사운드</a:t>
            </a:r>
            <a:r>
              <a:rPr lang="en-US" altLang="ko-KR" smtClean="0"/>
              <a:t>, </a:t>
            </a:r>
            <a:r>
              <a:rPr lang="ko-KR" altLang="en-US" smtClean="0"/>
              <a:t>배경</a:t>
            </a:r>
            <a:r>
              <a:rPr lang="en-US" altLang="ko-KR" smtClean="0"/>
              <a:t>/</a:t>
            </a:r>
            <a:r>
              <a:rPr lang="ko-KR" altLang="en-US" smtClean="0"/>
              <a:t>캐릭터 모델링</a:t>
            </a:r>
            <a:r>
              <a:rPr lang="en-US" altLang="ko-KR" smtClean="0"/>
              <a:t>, </a:t>
            </a:r>
            <a:r>
              <a:rPr lang="ko-KR" altLang="en-US" smtClean="0"/>
              <a:t>텍스트 등</a:t>
            </a:r>
            <a:endParaRPr lang="en-US" altLang="ko-KR" smtClean="0"/>
          </a:p>
          <a:p>
            <a:r>
              <a:rPr lang="ko-KR" altLang="en-US" smtClean="0"/>
              <a:t>컨텐츠 제시의 순서</a:t>
            </a:r>
            <a:endParaRPr lang="en-US" altLang="ko-KR" smtClean="0"/>
          </a:p>
          <a:p>
            <a:r>
              <a:rPr lang="ko-KR" altLang="en-US" smtClean="0"/>
              <a:t>게임의 상황의 기차칸을 맵에 대응해서 </a:t>
            </a:r>
            <a:r>
              <a:rPr lang="en-US" altLang="ko-KR" smtClean="0"/>
              <a:t>waypoint</a:t>
            </a:r>
            <a:r>
              <a:rPr lang="ko-KR" altLang="en-US" smtClean="0"/>
              <a:t>를 그려야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이야기</a:t>
            </a:r>
            <a:r>
              <a:rPr lang="en-US" altLang="ko-KR" smtClean="0"/>
              <a:t>/</a:t>
            </a:r>
            <a:r>
              <a:rPr lang="ko-KR" altLang="en-US" smtClean="0"/>
              <a:t>난이도의 흐름이 재밌어야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다음 상황을 위한 유의미한 학습이 진행돼야 하고</a:t>
            </a:r>
            <a:endParaRPr lang="en-US" altLang="ko-KR" smtClean="0"/>
          </a:p>
          <a:p>
            <a:r>
              <a:rPr lang="ko-KR" altLang="en-US" smtClean="0"/>
              <a:t>재미의 흐름이 제시돼야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쉴때는 쉬고</a:t>
            </a:r>
            <a:r>
              <a:rPr lang="en-US" altLang="ko-KR" smtClean="0"/>
              <a:t>, </a:t>
            </a:r>
            <a:r>
              <a:rPr lang="ko-KR" altLang="en-US" smtClean="0"/>
              <a:t>할 때는 하게 만드는 게 재미있는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94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배틀 포메이션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전투 포메이션은 기본 포메이션과 예외 상황에 대한 포메이션을 그려주면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근거리 </a:t>
            </a:r>
            <a:r>
              <a:rPr lang="en-US" altLang="ko-KR" smtClean="0"/>
              <a:t>+ </a:t>
            </a:r>
            <a:r>
              <a:rPr lang="ko-KR" altLang="en-US" smtClean="0"/>
              <a:t>원거리 </a:t>
            </a:r>
            <a:r>
              <a:rPr lang="en-US" altLang="ko-KR" smtClean="0"/>
              <a:t>=&gt; </a:t>
            </a:r>
            <a:r>
              <a:rPr lang="ko-KR" altLang="en-US" smtClean="0"/>
              <a:t>원거리 몬스터의 난이도 표시하면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메즈 </a:t>
            </a:r>
            <a:r>
              <a:rPr lang="en-US" altLang="ko-KR" smtClean="0"/>
              <a:t>= </a:t>
            </a:r>
            <a:r>
              <a:rPr lang="ko-KR" altLang="en-US" smtClean="0"/>
              <a:t>전투 이탈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패턴 </a:t>
            </a:r>
            <a:r>
              <a:rPr lang="en-US" altLang="ko-KR" smtClean="0"/>
              <a:t>+ </a:t>
            </a:r>
            <a:r>
              <a:rPr lang="ko-KR" altLang="en-US" smtClean="0"/>
              <a:t>포지션</a:t>
            </a:r>
            <a:r>
              <a:rPr lang="en-US" altLang="ko-KR" smtClean="0"/>
              <a:t>(</a:t>
            </a:r>
            <a:r>
              <a:rPr lang="ko-KR" altLang="en-US" smtClean="0"/>
              <a:t>탱</a:t>
            </a:r>
            <a:r>
              <a:rPr lang="en-US" altLang="ko-KR" smtClean="0"/>
              <a:t>,</a:t>
            </a:r>
            <a:r>
              <a:rPr lang="ko-KR" altLang="en-US" smtClean="0"/>
              <a:t>딜</a:t>
            </a:r>
            <a:r>
              <a:rPr lang="en-US" altLang="ko-KR" smtClean="0"/>
              <a:t>,</a:t>
            </a:r>
            <a:r>
              <a:rPr lang="ko-KR" altLang="en-US" smtClean="0"/>
              <a:t>힐</a:t>
            </a:r>
            <a:r>
              <a:rPr lang="en-US" altLang="ko-KR" smtClean="0"/>
              <a:t>) + </a:t>
            </a:r>
            <a:r>
              <a:rPr lang="ko-KR" altLang="en-US" smtClean="0"/>
              <a:t>스킬</a:t>
            </a:r>
            <a:r>
              <a:rPr lang="en-US" altLang="ko-KR" smtClean="0"/>
              <a:t>’</a:t>
            </a:r>
            <a:r>
              <a:rPr lang="ko-KR" altLang="en-US" smtClean="0"/>
              <a:t>에 대해 상세히 설명할 필요가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095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학습이 이어진다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조무래기부터 보스까지</a:t>
            </a:r>
            <a:endParaRPr lang="en-US" altLang="ko-KR" smtClean="0"/>
          </a:p>
          <a:p>
            <a:r>
              <a:rPr lang="ko-KR" altLang="en-US" smtClean="0"/>
              <a:t>조무래기들이 종류별로 보스의 스킬을 하나씩 가지고 있다면</a:t>
            </a:r>
            <a:endParaRPr lang="en-US" altLang="ko-KR" smtClean="0"/>
          </a:p>
          <a:p>
            <a:r>
              <a:rPr lang="ko-KR" altLang="en-US" smtClean="0"/>
              <a:t>플레이어는 보스를 만나기 전까지</a:t>
            </a:r>
            <a:endParaRPr lang="en-US" altLang="ko-KR" smtClean="0"/>
          </a:p>
          <a:p>
            <a:r>
              <a:rPr lang="ko-KR" altLang="en-US" smtClean="0"/>
              <a:t>보스의 스킬을 유의미하게 학습할 수 있고</a:t>
            </a:r>
            <a:endParaRPr lang="en-US" altLang="ko-KR" smtClean="0"/>
          </a:p>
          <a:p>
            <a:r>
              <a:rPr lang="ko-KR" altLang="en-US" smtClean="0"/>
              <a:t>플레이어의 학습은 이어지게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4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194</Words>
  <Application>Microsoft Office PowerPoint</Application>
  <PresentationFormat>와이드스크린</PresentationFormat>
  <Paragraphs>33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어제 판서</vt:lpstr>
      <vt:lpstr>한 주 체크</vt:lpstr>
      <vt:lpstr>PowerPoint 프레젠테이션</vt:lpstr>
      <vt:lpstr>Level</vt:lpstr>
      <vt:lpstr>배틀 포메이션</vt:lpstr>
      <vt:lpstr>학습이 이어진다.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배틀 포메이션</dc:title>
  <dc:creator>FullName</dc:creator>
  <cp:lastModifiedBy>FullName</cp:lastModifiedBy>
  <cp:revision>7</cp:revision>
  <dcterms:created xsi:type="dcterms:W3CDTF">2026-06-04T04:53:29Z</dcterms:created>
  <dcterms:modified xsi:type="dcterms:W3CDTF">2026-06-04T06:52:55Z</dcterms:modified>
</cp:coreProperties>
</file>