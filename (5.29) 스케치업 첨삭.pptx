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782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24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56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84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88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86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128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926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66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70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49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CA98C-1BEF-48AF-890A-CBEF019E3D9C}" type="datetimeFigureOut">
              <a:rPr lang="ko-KR" altLang="en-US" smtClean="0"/>
              <a:t>2026-05-29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FFAB5-1701-4476-85EA-58B7CAD2B1E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54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~</a:t>
            </a:r>
            <a:r>
              <a:rPr lang="ko-KR" altLang="en-US" smtClean="0"/>
              <a:t>곡선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이것들이 각각 이야기</a:t>
            </a:r>
            <a:r>
              <a:rPr lang="en-US" altLang="ko-KR" smtClean="0"/>
              <a:t>/</a:t>
            </a:r>
            <a:r>
              <a:rPr lang="ko-KR" altLang="en-US" smtClean="0"/>
              <a:t>학습</a:t>
            </a:r>
            <a:r>
              <a:rPr lang="en-US" altLang="ko-KR" smtClean="0"/>
              <a:t>/</a:t>
            </a:r>
            <a:r>
              <a:rPr lang="ko-KR" altLang="en-US" smtClean="0"/>
              <a:t>난이도</a:t>
            </a:r>
            <a:r>
              <a:rPr lang="en-US" altLang="ko-KR" smtClean="0"/>
              <a:t>/</a:t>
            </a:r>
            <a:r>
              <a:rPr lang="ko-KR" altLang="en-US" smtClean="0"/>
              <a:t>재미로 나뉘어야 하는 이유</a:t>
            </a:r>
            <a:endParaRPr lang="en-US" altLang="ko-KR" smtClean="0"/>
          </a:p>
          <a:p>
            <a:pPr lvl="1"/>
            <a:r>
              <a:rPr lang="ko-KR" altLang="en-US" smtClean="0"/>
              <a:t>모든 게임들의 이야기의 목적과 플레이의 목적이 같지 않기 때문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1642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재미의 곡선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(4) [</a:t>
            </a:r>
            <a:r>
              <a:rPr lang="ko-KR" altLang="en-US" b="1" smtClean="0"/>
              <a:t>새로운 콘텐츠 </a:t>
            </a:r>
            <a:r>
              <a:rPr lang="en-US" altLang="ko-KR" b="1" smtClean="0"/>
              <a:t>; </a:t>
            </a:r>
            <a:r>
              <a:rPr lang="ko-KR" altLang="en-US" b="1" smtClean="0"/>
              <a:t>킬러 콘텐츠</a:t>
            </a:r>
            <a:r>
              <a:rPr lang="en-US" altLang="ko-KR" b="1" smtClean="0"/>
              <a:t>]</a:t>
            </a:r>
          </a:p>
          <a:p>
            <a:r>
              <a:rPr lang="en-US" altLang="ko-KR" smtClean="0"/>
              <a:t>Next Contents</a:t>
            </a:r>
            <a:r>
              <a:rPr lang="ko-KR" altLang="en-US" smtClean="0"/>
              <a:t>에 대한 기대감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[</a:t>
            </a:r>
            <a:r>
              <a:rPr lang="ko-KR" altLang="en-US" smtClean="0"/>
              <a:t>포켓몬고</a:t>
            </a:r>
            <a:r>
              <a:rPr lang="en-US" altLang="ko-KR" smtClean="0"/>
              <a:t>] ; </a:t>
            </a:r>
            <a:r>
              <a:rPr lang="ko-KR" altLang="en-US" smtClean="0"/>
              <a:t>새로운 포켓몬 출시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b="1" smtClean="0"/>
              <a:t>(3) </a:t>
            </a:r>
            <a:r>
              <a:rPr lang="ko-KR" altLang="en-US" b="1" smtClean="0"/>
              <a:t>경쟁과 협동</a:t>
            </a:r>
            <a:endParaRPr lang="en-US" altLang="ko-KR" b="1" smtClean="0"/>
          </a:p>
          <a:p>
            <a:r>
              <a:rPr lang="ko-KR" altLang="en-US" smtClean="0"/>
              <a:t>현생과 달리 게임 안에서는 </a:t>
            </a:r>
            <a:r>
              <a:rPr lang="en-US" altLang="ko-KR" smtClean="0"/>
              <a:t>‘</a:t>
            </a:r>
            <a:r>
              <a:rPr lang="ko-KR" altLang="en-US" smtClean="0"/>
              <a:t>나와 같은 목적을 가진 사람들을 수십명을 만날 수 있다</a:t>
            </a:r>
            <a:r>
              <a:rPr lang="en-US" altLang="ko-KR" smtClean="0"/>
              <a:t>.’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573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b="1" smtClean="0"/>
              <a:t>(2) </a:t>
            </a:r>
            <a:r>
              <a:rPr lang="ko-KR" altLang="en-US" b="1" smtClean="0"/>
              <a:t>스토리텔링에 대한 경험</a:t>
            </a:r>
            <a:endParaRPr lang="en-US" altLang="ko-KR" b="1" smtClean="0"/>
          </a:p>
          <a:p>
            <a:r>
              <a:rPr lang="ko-KR" altLang="en-US" smtClean="0"/>
              <a:t>내가 주인공이 돼서 여러 가지 상황을 경험하는 것</a:t>
            </a:r>
            <a:endParaRPr lang="en-US" altLang="ko-KR" smtClean="0"/>
          </a:p>
          <a:p>
            <a:endParaRPr lang="en-US" altLang="ko-KR"/>
          </a:p>
          <a:p>
            <a:pPr marL="0" indent="0">
              <a:buNone/>
            </a:pPr>
            <a:r>
              <a:rPr lang="en-US" altLang="ko-KR" b="1" smtClean="0"/>
              <a:t>(1) </a:t>
            </a:r>
            <a:r>
              <a:rPr lang="ko-KR" altLang="en-US" b="1" smtClean="0"/>
              <a:t>아바타의 성장</a:t>
            </a:r>
            <a:endParaRPr lang="en-US" altLang="ko-KR" b="1" smtClean="0"/>
          </a:p>
          <a:p>
            <a:r>
              <a:rPr lang="ko-KR" altLang="en-US" smtClean="0"/>
              <a:t>내</a:t>
            </a:r>
            <a:r>
              <a:rPr lang="en-US" altLang="ko-KR" smtClean="0"/>
              <a:t>.</a:t>
            </a:r>
            <a:r>
              <a:rPr lang="ko-KR" altLang="en-US" smtClean="0"/>
              <a:t>외적인 성장</a:t>
            </a:r>
            <a:endParaRPr lang="en-US" altLang="ko-KR" smtClean="0"/>
          </a:p>
          <a:p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재미의 곡선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9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오늘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재미의 흐름에 대한 상황의 기차칸을 </a:t>
            </a:r>
            <a:r>
              <a:rPr lang="en-US" altLang="ko-KR" smtClean="0"/>
              <a:t>/ waypoint</a:t>
            </a:r>
            <a:r>
              <a:rPr lang="ko-KR" altLang="en-US" smtClean="0"/>
              <a:t>를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엑셀파일이나 스케치업에 나타내자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122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smtClean="0">
                <a:solidFill>
                  <a:schemeClr val="accent6"/>
                </a:solidFill>
              </a:rPr>
              <a:t>내 게임에 대해 떠오른 생각</a:t>
            </a:r>
            <a:endParaRPr lang="ko-KR" altLang="en-US" b="1">
              <a:solidFill>
                <a:schemeClr val="accent6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실종자 안내 문자</a:t>
            </a:r>
            <a:endParaRPr lang="en-US" altLang="ko-KR" smtClean="0"/>
          </a:p>
          <a:p>
            <a:r>
              <a:rPr lang="ko-KR" altLang="en-US" smtClean="0"/>
              <a:t>실종자 뉴스 보도</a:t>
            </a:r>
            <a:r>
              <a:rPr lang="en-US" altLang="ko-KR" smtClean="0"/>
              <a:t>(</a:t>
            </a:r>
            <a:r>
              <a:rPr lang="ko-KR" altLang="en-US" smtClean="0"/>
              <a:t>그냥 스쳐지나가듯이 뉴스를 봄</a:t>
            </a:r>
            <a:r>
              <a:rPr lang="en-US" altLang="ko-KR" smtClean="0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640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9495" y="365125"/>
            <a:ext cx="11053010" cy="1325563"/>
          </a:xfrm>
        </p:spPr>
        <p:txBody>
          <a:bodyPr/>
          <a:lstStyle/>
          <a:p>
            <a:r>
              <a:rPr lang="ko-KR" altLang="en-US" b="1" smtClean="0"/>
              <a:t>목표 관리 </a:t>
            </a:r>
            <a:r>
              <a:rPr lang="en-US" altLang="ko-KR" b="1" smtClean="0"/>
              <a:t>– </a:t>
            </a:r>
            <a:r>
              <a:rPr lang="ko-KR" altLang="en-US" b="1" smtClean="0"/>
              <a:t>판서된 내용이 포폴에 보이게</a:t>
            </a:r>
            <a:r>
              <a:rPr lang="en-US" altLang="ko-KR" b="1" smtClean="0"/>
              <a:t>!</a:t>
            </a:r>
            <a:endParaRPr lang="ko-KR" altLang="en-US" b="1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6877465" cy="4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1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419" y="661601"/>
            <a:ext cx="2953162" cy="55347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145" y="4700764"/>
            <a:ext cx="2553056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25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내가 집중해야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상호작용 구조물 </a:t>
            </a:r>
            <a:r>
              <a:rPr lang="en-US" altLang="ko-KR" smtClean="0"/>
              <a:t>– </a:t>
            </a:r>
            <a:r>
              <a:rPr lang="ko-KR" altLang="en-US" smtClean="0"/>
              <a:t>트리거가 발동되는 기준</a:t>
            </a:r>
            <a:r>
              <a:rPr lang="en-US" altLang="ko-KR" smtClean="0"/>
              <a:t>/</a:t>
            </a:r>
            <a:r>
              <a:rPr lang="ko-KR" altLang="en-US" smtClean="0"/>
              <a:t>연출까지 표현하기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플레이 영역 확보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84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146</Words>
  <Application>Microsoft Office PowerPoint</Application>
  <PresentationFormat>와이드스크린</PresentationFormat>
  <Paragraphs>26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~곡선</vt:lpstr>
      <vt:lpstr>재미의 곡선</vt:lpstr>
      <vt:lpstr>재미의 곡선</vt:lpstr>
      <vt:lpstr>오늘 할 것</vt:lpstr>
      <vt:lpstr>내 게임에 대해 떠오른 생각</vt:lpstr>
      <vt:lpstr>목표 관리 – 판서된 내용이 포폴에 보이게!</vt:lpstr>
      <vt:lpstr>PowerPoint 프레젠테이션</vt:lpstr>
      <vt:lpstr>내가 집중해야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~곡선</dc:title>
  <dc:creator>FullName</dc:creator>
  <cp:lastModifiedBy>FullName</cp:lastModifiedBy>
  <cp:revision>4</cp:revision>
  <dcterms:created xsi:type="dcterms:W3CDTF">2026-05-29T05:03:28Z</dcterms:created>
  <dcterms:modified xsi:type="dcterms:W3CDTF">2026-05-29T06:54:47Z</dcterms:modified>
</cp:coreProperties>
</file>