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9" r:id="rId20"/>
    <p:sldId id="276" r:id="rId21"/>
    <p:sldId id="280" r:id="rId22"/>
    <p:sldId id="281" r:id="rId23"/>
    <p:sldId id="282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6D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300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817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26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65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30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82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05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033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0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38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00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C2DEB-BC22-4CF6-88F2-B5766E6F75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ED66C-402B-4F62-94D3-CC6F3CFC7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602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놀면서 공부하는 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다양한 매체를 통해 다양한 정보를 받을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다양한 경로를 통해 정보들이 제시되고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 정보들을 읽으면서 영화든 드라마든 게임이든 보면</a:t>
            </a:r>
            <a:endParaRPr lang="en-US" altLang="ko-KR" smtClean="0"/>
          </a:p>
          <a:p>
            <a:r>
              <a:rPr lang="ko-KR" altLang="en-US" smtClean="0"/>
              <a:t>놀면서 공부할 수 있게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974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시작 화면부터 정보를 주고 있다</a:t>
            </a:r>
            <a:r>
              <a:rPr lang="en-US" altLang="ko-KR" smtClean="0"/>
              <a:t>. – </a:t>
            </a:r>
            <a:r>
              <a:rPr lang="ko-KR" altLang="en-US" smtClean="0"/>
              <a:t>아래에서 위를 바라보고 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아래에서 빛을 비추면서 어두운 곳을 헤치고 빛이나는 문으로 올라가야 함을 알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노란색과 검정색 </a:t>
            </a:r>
            <a:r>
              <a:rPr lang="en-US" altLang="ko-KR" smtClean="0"/>
              <a:t>: </a:t>
            </a:r>
            <a:r>
              <a:rPr lang="ko-KR" altLang="en-US" smtClean="0"/>
              <a:t>보색 대비</a:t>
            </a:r>
            <a:r>
              <a:rPr lang="en-US" altLang="ko-KR" smtClean="0"/>
              <a:t>. </a:t>
            </a:r>
            <a:r>
              <a:rPr lang="ko-KR" altLang="en-US" smtClean="0"/>
              <a:t>어두운 배경에서 노란색이 잘 보인다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손자국을 통해 문을 열라는 메시지를 읽을 수 있다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207" y="4914629"/>
            <a:ext cx="2457793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396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현실에서는 가능한 것들이 게임에서 불가능할 때가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예를들면 이 정도 체격과 근육이면 올라갈 수 있을 것 같은데 못 올라가는</a:t>
            </a:r>
            <a:r>
              <a:rPr lang="en-US" altLang="ko-KR" smtClean="0"/>
              <a:t>…</a:t>
            </a:r>
          </a:p>
          <a:p>
            <a:r>
              <a:rPr lang="ko-KR" altLang="en-US" smtClean="0"/>
              <a:t>우리는 이런 게임적 상황을 당연하게 받아들임</a:t>
            </a:r>
            <a:endParaRPr lang="en-US" altLang="ko-KR" smtClean="0"/>
          </a:p>
          <a:p>
            <a:r>
              <a:rPr lang="ko-KR" altLang="en-US" smtClean="0"/>
              <a:t>그러나 이 게임은 이걸 한 번 틀어서</a:t>
            </a:r>
            <a:endParaRPr lang="en-US" altLang="ko-KR" smtClean="0"/>
          </a:p>
          <a:p>
            <a:r>
              <a:rPr lang="ko-KR" altLang="en-US" smtClean="0"/>
              <a:t>냉장고가 사다리처럼 기능해서</a:t>
            </a:r>
            <a:endParaRPr lang="en-US" altLang="ko-KR" smtClean="0"/>
          </a:p>
          <a:p>
            <a:r>
              <a:rPr lang="ko-KR" altLang="en-US" smtClean="0"/>
              <a:t>리마커블하게 만들었다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4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 게임도 마찬가지로 어느 정도 게임이 진행되면</a:t>
            </a:r>
            <a:endParaRPr lang="en-US" altLang="ko-KR" smtClean="0"/>
          </a:p>
          <a:p>
            <a:r>
              <a:rPr lang="ko-KR" altLang="en-US" smtClean="0"/>
              <a:t>다시는 전으로 가지 못하게 한다</a:t>
            </a:r>
            <a:r>
              <a:rPr lang="en-US" altLang="ko-KR" smtClean="0"/>
              <a:t>.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532" y="3090432"/>
            <a:ext cx="3715268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20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컨텐츠 제시 순서</a:t>
            </a:r>
            <a:r>
              <a:rPr lang="en-US" altLang="ko-KR" b="1" smtClean="0"/>
              <a:t>]</a:t>
            </a:r>
          </a:p>
          <a:p>
            <a:r>
              <a:rPr lang="ko-KR" altLang="en-US" smtClean="0"/>
              <a:t>그리고 어느 정도 게임이 진행됐을 때</a:t>
            </a:r>
            <a:r>
              <a:rPr lang="en-US" altLang="ko-KR" smtClean="0"/>
              <a:t>, </a:t>
            </a:r>
            <a:r>
              <a:rPr lang="ko-KR" altLang="en-US" smtClean="0"/>
              <a:t>캐릭터가 배고파하는 모션을 </a:t>
            </a:r>
            <a:r>
              <a:rPr lang="en-US" altLang="ko-KR" smtClean="0"/>
              <a:t>3</a:t>
            </a:r>
            <a:r>
              <a:rPr lang="ko-KR" altLang="en-US" smtClean="0"/>
              <a:t>번 보여준다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처음에 먹는 것은 철창 뒤의 사람이 준 </a:t>
            </a:r>
            <a:r>
              <a:rPr lang="ko-KR" altLang="en-US" b="1" smtClean="0"/>
              <a:t>빵</a:t>
            </a:r>
            <a:endParaRPr lang="en-US" altLang="ko-KR" b="1" smtClean="0"/>
          </a:p>
          <a:p>
            <a:r>
              <a:rPr lang="ko-KR" altLang="en-US" smtClean="0"/>
              <a:t>두 번째로 먹는 것은 누가봐도 함정인 곳에 있는 </a:t>
            </a:r>
            <a:r>
              <a:rPr lang="ko-KR" altLang="en-US" b="1" smtClean="0"/>
              <a:t>고기</a:t>
            </a:r>
            <a:endParaRPr lang="en-US" altLang="ko-KR" b="1" smtClean="0"/>
          </a:p>
          <a:p>
            <a:r>
              <a:rPr lang="ko-KR" altLang="en-US" smtClean="0"/>
              <a:t>세 번째로 먹는 것 </a:t>
            </a:r>
            <a:r>
              <a:rPr lang="en-US" altLang="ko-KR" smtClean="0"/>
              <a:t>: </a:t>
            </a:r>
            <a:r>
              <a:rPr lang="ko-KR" altLang="en-US" smtClean="0"/>
              <a:t>덫에 걸려서 움직이는 </a:t>
            </a:r>
            <a:r>
              <a:rPr lang="ko-KR" altLang="en-US" b="1" smtClean="0"/>
              <a:t>살아있는</a:t>
            </a:r>
            <a:r>
              <a:rPr lang="ko-KR" altLang="en-US" smtClean="0"/>
              <a:t> </a:t>
            </a:r>
            <a:r>
              <a:rPr lang="ko-KR" altLang="en-US" b="1" smtClean="0"/>
              <a:t>쥐</a:t>
            </a:r>
            <a:endParaRPr lang="en-US" altLang="ko-KR" b="1" smtClean="0"/>
          </a:p>
          <a:p>
            <a:r>
              <a:rPr lang="ko-KR" altLang="en-US" smtClean="0"/>
              <a:t>네 번째로 먹는 것 </a:t>
            </a:r>
            <a:r>
              <a:rPr lang="en-US" altLang="ko-KR" b="1" smtClean="0"/>
              <a:t>: </a:t>
            </a:r>
            <a:r>
              <a:rPr lang="ko-KR" altLang="en-US" b="1" smtClean="0"/>
              <a:t>마지막 보스</a:t>
            </a:r>
            <a:endParaRPr lang="en-US" altLang="ko-KR" b="1" smtClean="0"/>
          </a:p>
          <a:p>
            <a:endParaRPr lang="en-US" altLang="ko-KR" smtClean="0"/>
          </a:p>
          <a:p>
            <a:r>
              <a:rPr lang="ko-KR" altLang="en-US" smtClean="0"/>
              <a:t>이렇게 주인공은 모든 것을 먹는 존재가 된다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87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개발자의 유희</a:t>
            </a:r>
            <a:r>
              <a:rPr lang="en-US" altLang="ko-KR" b="1" smtClean="0"/>
              <a:t>]</a:t>
            </a:r>
          </a:p>
          <a:p>
            <a:r>
              <a:rPr lang="ko-KR" altLang="en-US" smtClean="0"/>
              <a:t>사다리를 대놓고 보여주나</a:t>
            </a:r>
            <a:r>
              <a:rPr lang="en-US" altLang="ko-KR" smtClean="0"/>
              <a:t>, </a:t>
            </a:r>
            <a:r>
              <a:rPr lang="ko-KR" altLang="en-US" smtClean="0"/>
              <a:t>결국 진짜 사다리는 사다리의 역할을 하지 못하고</a:t>
            </a:r>
            <a:r>
              <a:rPr lang="en-US" altLang="ko-KR" smtClean="0"/>
              <a:t>, </a:t>
            </a:r>
            <a:r>
              <a:rPr lang="ko-KR" altLang="en-US" smtClean="0"/>
              <a:t>철창과 쇠사슬로 올라갈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개발자가 자기가 설정 잘했지</a:t>
            </a:r>
            <a:r>
              <a:rPr lang="en-US" altLang="ko-KR" smtClean="0"/>
              <a:t>? </a:t>
            </a:r>
            <a:r>
              <a:rPr lang="ko-KR" altLang="en-US" smtClean="0"/>
              <a:t>하는 부분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615" y="3711178"/>
            <a:ext cx="3917385" cy="31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41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서랍으로 계단을 만들어서 레버를 당기러 가는</a:t>
            </a:r>
            <a:endParaRPr lang="en-US" altLang="ko-KR" smtClean="0"/>
          </a:p>
          <a:p>
            <a:r>
              <a:rPr lang="ko-KR" altLang="en-US" smtClean="0"/>
              <a:t>퍼즐 게임에서 </a:t>
            </a:r>
            <a:r>
              <a:rPr lang="ko-KR" altLang="en-US"/>
              <a:t>많</a:t>
            </a:r>
            <a:r>
              <a:rPr lang="ko-KR" altLang="en-US" smtClean="0"/>
              <a:t>이 나오는 유형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우리는 째깍째깍 소리를 통해 시간 제한이 있음을 알수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같은 상황에도 째깍째깍 소리가 나지 않으면 시간제한이 없다는 것을 느낀다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547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도르레처럼 움직이는 퍼즐인데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캐릭터와 캐비닛의  크기 차이가 도르레가 움직이는 게 말이 안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이렇게 사소한 게 무언가를 바꾼다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사소한 디테일도 잘 챙기자</a:t>
            </a:r>
            <a:r>
              <a:rPr lang="en-US" altLang="ko-KR" smtClean="0"/>
              <a:t>!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747" y="3137820"/>
            <a:ext cx="3144253" cy="372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30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같은 퍼즐이 나오더라도</a:t>
            </a:r>
            <a:r>
              <a:rPr lang="en-US" altLang="ko-KR" smtClean="0"/>
              <a:t>, </a:t>
            </a:r>
            <a:r>
              <a:rPr lang="ko-KR" altLang="en-US" smtClean="0"/>
              <a:t>난이도는 점점 올라간다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이런 건 너무 많이 반복하면 지루해진다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옛날에는 이런 반복을 좋아했으나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요즘 플레이어들은 좋아하지 않는다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따라서 같은 유형은 </a:t>
            </a:r>
            <a:r>
              <a:rPr lang="en-US" altLang="ko-KR" smtClean="0"/>
              <a:t>2~3</a:t>
            </a:r>
            <a:r>
              <a:rPr lang="ko-KR" altLang="en-US" smtClean="0"/>
              <a:t>개 정도만 추가하자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254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갑자기 어느 순간부터 타임어택 요소를 넣어주면</a:t>
            </a:r>
            <a:endParaRPr lang="en-US" altLang="ko-KR" smtClean="0"/>
          </a:p>
          <a:p>
            <a:r>
              <a:rPr lang="ko-KR" altLang="en-US" smtClean="0"/>
              <a:t>긴장감을 줄 수 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663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바닥의 힌트를 통해 퍼즐을 풀 수 있는 실마리를 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여기서는 바닥에 검은 칠을 통해</a:t>
            </a:r>
            <a:r>
              <a:rPr lang="en-US" altLang="ko-KR" smtClean="0"/>
              <a:t>, </a:t>
            </a:r>
            <a:r>
              <a:rPr lang="ko-KR" altLang="en-US" smtClean="0"/>
              <a:t>해당 타일을 누르면 문이 열림을 힌트를 주고 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093" y="4283242"/>
            <a:ext cx="4085704" cy="240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14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버튼을 통해 어떠한 장면을 보는 상황을 통해</a:t>
            </a:r>
            <a:endParaRPr lang="en-US" altLang="ko-KR" smtClean="0"/>
          </a:p>
          <a:p>
            <a:r>
              <a:rPr lang="ko-KR" altLang="en-US" smtClean="0"/>
              <a:t>게임 상황들을 보여주기도 하고</a:t>
            </a:r>
            <a:r>
              <a:rPr lang="en-US" altLang="ko-KR" smtClean="0"/>
              <a:t>, </a:t>
            </a:r>
            <a:r>
              <a:rPr lang="ko-KR" altLang="en-US" smtClean="0"/>
              <a:t>보스 공략 힌트까지 보여준다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미리 이후의 상황들을 볼 수 있는 연출을 해주면 좋을 것 같다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643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팔이 길고 눈이 안 보이는 보스의 삶의 흔적을 볼 수 있는 배경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보스의 생활 흔적</a:t>
            </a:r>
            <a:r>
              <a:rPr lang="en-US" altLang="ko-KR" smtClean="0"/>
              <a:t>, </a:t>
            </a:r>
            <a:r>
              <a:rPr lang="ko-KR" altLang="en-US" smtClean="0"/>
              <a:t>삶의 공간을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느낄 수 있는 배경 디자인이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좋은 디자인이다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116" y="2849129"/>
            <a:ext cx="5339614" cy="369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295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숨을 수 있는 공간</a:t>
            </a:r>
            <a:endParaRPr lang="en-US" altLang="ko-KR"/>
          </a:p>
          <a:p>
            <a:r>
              <a:rPr lang="ko-KR" altLang="en-US" smtClean="0"/>
              <a:t>플레이어는 안전 지대를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본능적으로 알 수도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이런 공간은 안전 지대이자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공략 지대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548" y="1413318"/>
            <a:ext cx="5284044" cy="476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06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이 게임은 선형적이라서 무조건 겪어야 되는 이벤트</a:t>
            </a:r>
            <a:endParaRPr lang="en-US" altLang="ko-KR" smtClean="0"/>
          </a:p>
          <a:p>
            <a:r>
              <a:rPr lang="ko-KR" altLang="en-US" smtClean="0"/>
              <a:t>배고파하던 캐릭터가 누가봐도 함정인 곳에 들어가서 고기를 먹는다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철창에서 탈출하기 위해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캐릭터를 좌우로 철창 안에서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부딪혀서 철창을 떨어뜨려 깨고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탈출한다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이는 이 상황 한정적인 움직임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우리도 이를 잘 활용하자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UI</a:t>
            </a:r>
            <a:r>
              <a:rPr lang="ko-KR" altLang="en-US" smtClean="0"/>
              <a:t>로 조작키 힌트를 주기도 함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198" y="3585411"/>
            <a:ext cx="5399968" cy="31492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182" y="0"/>
            <a:ext cx="3277057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582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난이도의 인자</a:t>
            </a:r>
            <a:r>
              <a:rPr lang="en-US" altLang="ko-KR" b="1" smtClean="0"/>
              <a:t>]</a:t>
            </a:r>
          </a:p>
          <a:p>
            <a:r>
              <a:rPr lang="ko-KR" altLang="en-US" smtClean="0"/>
              <a:t>적당한 시간을 보낸 후 보스는 방 밖을 나간다</a:t>
            </a:r>
            <a:r>
              <a:rPr lang="en-US" altLang="ko-KR" smtClean="0"/>
              <a:t>.</a:t>
            </a:r>
          </a:p>
          <a:p>
            <a:endParaRPr lang="en-US" altLang="ko-KR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383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다른 공간에서 이동하는 동안</a:t>
            </a:r>
            <a:r>
              <a:rPr lang="en-US" altLang="ko-KR"/>
              <a:t> </a:t>
            </a:r>
            <a:r>
              <a:rPr lang="ko-KR" altLang="en-US" smtClean="0"/>
              <a:t>신발이 위에서 떨어지는 연출을 통해 보스도 움직이고 있음을 알 수 있다</a:t>
            </a:r>
            <a:r>
              <a:rPr lang="en-US" altLang="ko-KR" smtClean="0"/>
              <a:t>.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크리쳐물의 클리셰</a:t>
            </a:r>
            <a:endParaRPr lang="en-US" altLang="ko-KR" smtClean="0"/>
          </a:p>
          <a:p>
            <a:r>
              <a:rPr lang="ko-KR" altLang="en-US" smtClean="0"/>
              <a:t>이 게임에서는 신발 더미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003" y="4185486"/>
            <a:ext cx="5796997" cy="267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76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이전에 이 트리거를 깨기 위해서는 레버를 찾아서 끼워야함을 학습했기 때문에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우리는 이걸 보고 레버를 찾아야 함을 바로 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832" y="4021352"/>
            <a:ext cx="4636168" cy="283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35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적절한 타이밍이 중요하다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캐릭터가 어느 위치까지 간 후</a:t>
            </a:r>
            <a:r>
              <a:rPr lang="en-US" altLang="ko-KR" smtClean="0"/>
              <a:t>, </a:t>
            </a:r>
            <a:r>
              <a:rPr lang="ko-KR" altLang="en-US" smtClean="0"/>
              <a:t>어떤 행동을 하는 시간까지</a:t>
            </a:r>
            <a:r>
              <a:rPr lang="en-US" altLang="ko-KR" smtClean="0"/>
              <a:t>, </a:t>
            </a:r>
            <a:r>
              <a:rPr lang="ko-KR" altLang="en-US" smtClean="0"/>
              <a:t>그리고 상호작용 구조물의 움직이는 시간까지 계산해서</a:t>
            </a:r>
            <a:endParaRPr lang="en-US" altLang="ko-KR" smtClean="0"/>
          </a:p>
          <a:p>
            <a:r>
              <a:rPr lang="ko-KR" altLang="en-US" smtClean="0"/>
              <a:t>보스가 따라오는 연출을 타이밍에 맞게 연출하면 아주 좋을 것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b="1" smtClean="0"/>
              <a:t>타이밍</a:t>
            </a:r>
            <a:r>
              <a:rPr lang="ko-KR" altLang="en-US" smtClean="0"/>
              <a:t>이 아주 중요한 것</a:t>
            </a:r>
            <a:r>
              <a:rPr lang="en-US" altLang="ko-KR" smtClean="0"/>
              <a:t>!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948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보스의 클라이막스</a:t>
            </a:r>
            <a:endParaRPr lang="en-US" altLang="ko-KR" smtClean="0"/>
          </a:p>
          <a:p>
            <a:r>
              <a:rPr lang="ko-KR" altLang="en-US" smtClean="0"/>
              <a:t>문 밑에 깔린 철창을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부숴서 보스를 처치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하는 장면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684" y="2305876"/>
            <a:ext cx="7740316" cy="455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1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퍼즐을 푸는 데 필요한 행동을 미리 학습시키면서</a:t>
            </a:r>
            <a:endParaRPr lang="en-US" altLang="ko-KR" smtClean="0"/>
          </a:p>
          <a:p>
            <a:r>
              <a:rPr lang="ko-KR" altLang="en-US" smtClean="0"/>
              <a:t>다음 보스를 미리 보여준다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세 번째 배고픔이 찾아오면서 살아있는 쥐를 먹는다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958" y="9840"/>
            <a:ext cx="2302042" cy="684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46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보상 장면</a:t>
            </a:r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 게임은 장면 연출을 통해 재미를 느낄 수 있게</a:t>
            </a:r>
            <a:endParaRPr lang="en-US" altLang="ko-KR" smtClean="0"/>
          </a:p>
          <a:p>
            <a:r>
              <a:rPr lang="ko-KR" altLang="en-US" smtClean="0"/>
              <a:t>이런 연출이 보상처럼 느껴지게 만들었다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63" y="2468373"/>
            <a:ext cx="3740192" cy="190334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93" y="2468373"/>
            <a:ext cx="4382848" cy="190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80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거울을 부수고 다음 장면으로 넘어간다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이런 연출은 참고할만한 레벨 디자인</a:t>
            </a:r>
            <a:r>
              <a:rPr lang="en-US" altLang="ko-KR" smtClean="0"/>
              <a:t>!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581" y="2180572"/>
            <a:ext cx="4220164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000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공간이 가지고 있는 이야기</a:t>
            </a:r>
            <a:endParaRPr lang="en-US" altLang="ko-KR" smtClean="0"/>
          </a:p>
          <a:p>
            <a:r>
              <a:rPr lang="ko-KR" altLang="en-US" smtClean="0"/>
              <a:t>그 힘이 크기 때문에</a:t>
            </a:r>
            <a:r>
              <a:rPr lang="en-US" altLang="ko-KR" smtClean="0"/>
              <a:t>, </a:t>
            </a:r>
            <a:r>
              <a:rPr lang="ko-KR" altLang="en-US" smtClean="0"/>
              <a:t>공간을 잘 구성해보자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처음에는 그냥 지나간 공간이지만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다음 공간에서 거울을 획득하고 다시 돌아오면 보스가 등장</a:t>
            </a:r>
            <a:endParaRPr lang="en-US" altLang="ko-KR" smtClean="0"/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거울을 획득했기 때문에 보스가 등장한 것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224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보스 공략 후 스토리로 보상을 해준다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공간이 가지고 있는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이야기적인 보상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나이트매어 </a:t>
            </a:r>
            <a:r>
              <a:rPr lang="en-US" altLang="ko-KR" smtClean="0"/>
              <a:t>1]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555" y="2491990"/>
            <a:ext cx="7211445" cy="436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23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우리가 만드는 맵도 </a:t>
            </a:r>
            <a:r>
              <a:rPr lang="en-US" altLang="ko-KR" smtClean="0"/>
              <a:t>[</a:t>
            </a:r>
            <a:r>
              <a:rPr lang="ko-KR" altLang="en-US" smtClean="0"/>
              <a:t>리틀 나이트메어</a:t>
            </a:r>
            <a:r>
              <a:rPr lang="en-US" altLang="ko-KR" smtClean="0"/>
              <a:t>]</a:t>
            </a:r>
            <a:r>
              <a:rPr lang="ko-KR" altLang="en-US" smtClean="0"/>
              <a:t>같은 흐름을 가지면 좋겠다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맵 만들기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357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798</Words>
  <Application>Microsoft Office PowerPoint</Application>
  <PresentationFormat>와이드스크린</PresentationFormat>
  <Paragraphs>130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맑은 고딕</vt:lpstr>
      <vt:lpstr>Arial</vt:lpstr>
      <vt:lpstr>Office 테마</vt:lpstr>
      <vt:lpstr>놀면서 공부하는 법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[리틀 나이트매어 1] - 수탉</vt:lpstr>
      <vt:lpstr>맵 만들기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11</cp:revision>
  <dcterms:created xsi:type="dcterms:W3CDTF">2026-05-20T04:50:16Z</dcterms:created>
  <dcterms:modified xsi:type="dcterms:W3CDTF">2026-05-20T06:54:51Z</dcterms:modified>
</cp:coreProperties>
</file>