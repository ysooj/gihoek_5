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sldIdLst>
    <p:sldId id="283" r:id="rId2"/>
    <p:sldId id="257" r:id="rId3"/>
    <p:sldId id="256" r:id="rId4"/>
    <p:sldId id="284" r:id="rId5"/>
    <p:sldId id="266" r:id="rId6"/>
    <p:sldId id="267" r:id="rId7"/>
    <p:sldId id="271" r:id="rId8"/>
    <p:sldId id="272" r:id="rId9"/>
    <p:sldId id="259" r:id="rId10"/>
    <p:sldId id="274" r:id="rId11"/>
    <p:sldId id="273" r:id="rId12"/>
    <p:sldId id="280" r:id="rId13"/>
    <p:sldId id="268" r:id="rId14"/>
    <p:sldId id="269" r:id="rId15"/>
    <p:sldId id="270" r:id="rId16"/>
    <p:sldId id="261" r:id="rId17"/>
    <p:sldId id="262" r:id="rId18"/>
    <p:sldId id="263" r:id="rId19"/>
    <p:sldId id="276" r:id="rId20"/>
    <p:sldId id="258" r:id="rId21"/>
    <p:sldId id="287" r:id="rId22"/>
    <p:sldId id="282" r:id="rId23"/>
    <p:sldId id="285" r:id="rId24"/>
    <p:sldId id="277" r:id="rId25"/>
    <p:sldId id="279" r:id="rId26"/>
    <p:sldId id="278" r:id="rId27"/>
    <p:sldId id="260" r:id="rId28"/>
  </p:sldIdLst>
  <p:sldSz cx="12192000" cy="6858000"/>
  <p:notesSz cx="6858000" cy="9144000"/>
  <p:defaultTextStyle>
    <a:defPPr>
      <a:defRPr lang="ko-KR" alt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5A818-9070-4FB6-9DB3-89ADF54515A3}" v="493" dt="2026-06-07T12:07:19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732646-628E-46AB-ABC3-2DAD6CABFF1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4854277-6E9F-48EA-A7FE-674706E231E2}">
      <dgm:prSet/>
      <dgm:spPr/>
      <dgm:t>
        <a:bodyPr/>
        <a:lstStyle/>
        <a:p>
          <a:pPr rtl="0"/>
          <a:r>
            <a:rPr lang="ko-KR" altLang="en-US">
              <a:latin typeface="맑은 고딕" panose="020F0302020204030204"/>
            </a:rPr>
            <a:t>시놉시스</a:t>
          </a:r>
          <a:endParaRPr lang="en-US"/>
        </a:p>
      </dgm:t>
    </dgm:pt>
    <dgm:pt modelId="{D814F264-9662-4D91-9610-3EC160B72360}" type="parTrans" cxnId="{8095105E-B0B1-40FE-957A-E446568D34AA}">
      <dgm:prSet/>
      <dgm:spPr/>
      <dgm:t>
        <a:bodyPr/>
        <a:lstStyle/>
        <a:p>
          <a:endParaRPr lang="en-US"/>
        </a:p>
      </dgm:t>
    </dgm:pt>
    <dgm:pt modelId="{7F9B1CFB-13B5-42B2-8418-E096144572F9}" type="sibTrans" cxnId="{8095105E-B0B1-40FE-957A-E446568D34AA}">
      <dgm:prSet/>
      <dgm:spPr/>
      <dgm:t>
        <a:bodyPr/>
        <a:lstStyle/>
        <a:p>
          <a:endParaRPr lang="en-US"/>
        </a:p>
      </dgm:t>
    </dgm:pt>
    <dgm:pt modelId="{DA2FBA0A-7079-46E9-A102-10C83C27B567}">
      <dgm:prSet/>
      <dgm:spPr/>
      <dgm:t>
        <a:bodyPr/>
        <a:lstStyle/>
        <a:p>
          <a:pPr rtl="0"/>
          <a:r>
            <a:rPr lang="ko-KR" altLang="en-US">
              <a:latin typeface="맑은 고딕" panose="020F0302020204030204"/>
            </a:rPr>
            <a:t>기본 정보</a:t>
          </a:r>
          <a:endParaRPr lang="ko-KR" altLang="en-US" sz="1800">
            <a:latin typeface="맑은 고딕"/>
            <a:ea typeface="맑은 고딕"/>
          </a:endParaRPr>
        </a:p>
      </dgm:t>
    </dgm:pt>
    <dgm:pt modelId="{E2332D19-0E4E-4A7A-BEC6-E73E6321B871}" type="parTrans" cxnId="{BF722396-52E2-453E-9721-1B521DADCBF3}">
      <dgm:prSet/>
      <dgm:spPr/>
      <dgm:t>
        <a:bodyPr/>
        <a:lstStyle/>
        <a:p>
          <a:endParaRPr lang="en-US"/>
        </a:p>
      </dgm:t>
    </dgm:pt>
    <dgm:pt modelId="{69E27B3B-5B86-433A-97D5-2E15C728D091}" type="sibTrans" cxnId="{BF722396-52E2-453E-9721-1B521DADCBF3}">
      <dgm:prSet/>
      <dgm:spPr/>
      <dgm:t>
        <a:bodyPr/>
        <a:lstStyle/>
        <a:p>
          <a:endParaRPr lang="en-US"/>
        </a:p>
      </dgm:t>
    </dgm:pt>
    <dgm:pt modelId="{609BEC66-D037-42CC-9BC2-417B0A05E753}">
      <dgm:prSet/>
      <dgm:spPr/>
      <dgm:t>
        <a:bodyPr/>
        <a:lstStyle/>
        <a:p>
          <a:pPr rtl="0"/>
          <a:r>
            <a:rPr lang="ko-KR" altLang="en-US" sz="1100">
              <a:latin typeface="Malgun Gothic"/>
              <a:ea typeface="Malgun Gothic"/>
            </a:rPr>
            <a:t>예상 전투 흐름 </a:t>
          </a:r>
          <a:endParaRPr lang="en-US"/>
        </a:p>
      </dgm:t>
    </dgm:pt>
    <dgm:pt modelId="{9F7107CE-A7C9-498E-BAD8-BDED10E38808}" type="parTrans" cxnId="{8CB4EA85-9540-46E2-BA59-49C8BF420F73}">
      <dgm:prSet/>
      <dgm:spPr/>
      <dgm:t>
        <a:bodyPr/>
        <a:lstStyle/>
        <a:p>
          <a:endParaRPr lang="en-US"/>
        </a:p>
      </dgm:t>
    </dgm:pt>
    <dgm:pt modelId="{8A726F44-0BDD-4D73-91B0-0562AB2B159A}" type="sibTrans" cxnId="{8CB4EA85-9540-46E2-BA59-49C8BF420F73}">
      <dgm:prSet/>
      <dgm:spPr/>
      <dgm:t>
        <a:bodyPr/>
        <a:lstStyle/>
        <a:p>
          <a:endParaRPr lang="en-US"/>
        </a:p>
      </dgm:t>
    </dgm:pt>
    <dgm:pt modelId="{2690816F-2D29-4E94-AC20-AC4379DD1416}">
      <dgm:prSet/>
      <dgm:spPr/>
      <dgm:t>
        <a:bodyPr/>
        <a:lstStyle/>
        <a:p>
          <a:r>
            <a:rPr lang="ko-KR"/>
            <a:t>에니메이션 로직 + </a:t>
          </a:r>
          <a:r>
            <a:rPr lang="ko-KR" altLang="en-US">
              <a:latin typeface="맑은 고딕" panose="020F0302020204030204"/>
            </a:rPr>
            <a:t>리스트</a:t>
          </a:r>
          <a:endParaRPr lang="en-US"/>
        </a:p>
      </dgm:t>
    </dgm:pt>
    <dgm:pt modelId="{A79A04BD-A241-4DF2-BAD7-6862BB365AFF}" type="parTrans" cxnId="{75C29651-9F9E-438A-B57C-F8360D1C9BF6}">
      <dgm:prSet/>
      <dgm:spPr/>
      <dgm:t>
        <a:bodyPr/>
        <a:lstStyle/>
        <a:p>
          <a:endParaRPr lang="en-US"/>
        </a:p>
      </dgm:t>
    </dgm:pt>
    <dgm:pt modelId="{0BCB17A3-9E2E-4A8F-BAEA-3A1108A731F2}" type="sibTrans" cxnId="{75C29651-9F9E-438A-B57C-F8360D1C9BF6}">
      <dgm:prSet/>
      <dgm:spPr/>
      <dgm:t>
        <a:bodyPr/>
        <a:lstStyle/>
        <a:p>
          <a:endParaRPr lang="en-US"/>
        </a:p>
      </dgm:t>
    </dgm:pt>
    <dgm:pt modelId="{0EAB72D7-566E-4293-9158-857FD4760053}">
      <dgm:prSet phldr="0"/>
      <dgm:spPr/>
      <dgm:t>
        <a:bodyPr/>
        <a:lstStyle/>
        <a:p>
          <a:r>
            <a:rPr lang="ko-KR" altLang="en-US">
              <a:latin typeface="맑은 고딕" panose="020F0302020204030204"/>
            </a:rPr>
            <a:t>맵</a:t>
          </a:r>
          <a:endParaRPr lang="ko-KR"/>
        </a:p>
      </dgm:t>
    </dgm:pt>
    <dgm:pt modelId="{377FE8D2-9DE1-4FD0-A322-55A8AEB5F7E5}" type="parTrans" cxnId="{48A69A1E-368A-4ACB-8CCF-B1CC61479233}">
      <dgm:prSet/>
      <dgm:spPr/>
      <dgm:t>
        <a:bodyPr/>
        <a:lstStyle/>
        <a:p>
          <a:endParaRPr lang="en-US"/>
        </a:p>
      </dgm:t>
    </dgm:pt>
    <dgm:pt modelId="{21D22037-25C4-4B88-A6FD-1325784D014D}" type="sibTrans" cxnId="{48A69A1E-368A-4ACB-8CCF-B1CC61479233}">
      <dgm:prSet/>
      <dgm:spPr/>
      <dgm:t>
        <a:bodyPr/>
        <a:lstStyle/>
        <a:p>
          <a:endParaRPr lang="en-US"/>
        </a:p>
      </dgm:t>
    </dgm:pt>
    <dgm:pt modelId="{4F9E2D29-640A-4D3C-A78B-244CAF0BC369}">
      <dgm:prSet phldrT="[텍스트]" phldr="0"/>
      <dgm:spPr/>
      <dgm:t>
        <a:bodyPr/>
        <a:lstStyle/>
        <a:p>
          <a:r>
            <a:rPr lang="ko-KR" altLang="en-US" sz="1100">
              <a:latin typeface="Malgun Gothic"/>
              <a:ea typeface="Malgun Gothic"/>
            </a:rPr>
            <a:t>스킬</a:t>
          </a:r>
          <a:r>
            <a:rPr lang="ko-KR" sz="1100">
              <a:latin typeface="Malgun Gothic"/>
              <a:ea typeface="Malgun Gothic"/>
            </a:rPr>
            <a:t> 리스트</a:t>
          </a:r>
          <a:endParaRPr lang="ko-KR" altLang="en-US"/>
        </a:p>
      </dgm:t>
    </dgm:pt>
    <dgm:pt modelId="{6F914ABD-90FC-486B-8880-2E1B135E1058}" type="parTrans" cxnId="{44FFA706-DF68-4E20-BFBC-A7A328C02C92}">
      <dgm:prSet/>
      <dgm:spPr/>
    </dgm:pt>
    <dgm:pt modelId="{915FE16A-57E0-4DB2-A164-C2EE38C43466}" type="sibTrans" cxnId="{44FFA706-DF68-4E20-BFBC-A7A328C02C92}">
      <dgm:prSet/>
      <dgm:spPr/>
    </dgm:pt>
    <dgm:pt modelId="{3556148C-59E8-4D9A-86F1-F5ED1AF4B89C}">
      <dgm:prSet phldrT="[텍스트]" phldr="0"/>
      <dgm:spPr/>
      <dgm:t>
        <a:bodyPr/>
        <a:lstStyle/>
        <a:p>
          <a:pPr rtl="0"/>
          <a:r>
            <a:rPr lang="ko-KR" altLang="en-US">
              <a:latin typeface="맑은 고딕" panose="020F0302020204030204"/>
            </a:rPr>
            <a:t>상황별 위험도</a:t>
          </a:r>
        </a:p>
      </dgm:t>
    </dgm:pt>
    <dgm:pt modelId="{19D82227-C1EC-408A-A1E8-FAD199F62527}" type="parTrans" cxnId="{15CFA32A-2F2A-4811-913D-6325CA910825}">
      <dgm:prSet/>
      <dgm:spPr/>
    </dgm:pt>
    <dgm:pt modelId="{51342B6C-E92D-4C0B-AD7A-70E8EAD06094}" type="sibTrans" cxnId="{15CFA32A-2F2A-4811-913D-6325CA910825}">
      <dgm:prSet/>
      <dgm:spPr/>
    </dgm:pt>
    <dgm:pt modelId="{F79B0CC3-2264-405C-9545-F3B1E3DE2A98}">
      <dgm:prSet phldrT="[텍스트]" phldr="0"/>
      <dgm:spPr/>
      <dgm:t>
        <a:bodyPr/>
        <a:lstStyle/>
        <a:p>
          <a:pPr rtl="0" latinLnBrk="1"/>
          <a:r>
            <a:rPr lang="ko-KR" altLang="en-US">
              <a:latin typeface="맑은 고딕" panose="020F0302020204030204"/>
            </a:rPr>
            <a:t>보스 공략 보상</a:t>
          </a:r>
          <a:endParaRPr lang="ko-KR" altLang="en-US"/>
        </a:p>
      </dgm:t>
    </dgm:pt>
    <dgm:pt modelId="{DB1363C8-746E-4769-898B-B7F5447DA132}" type="parTrans" cxnId="{D07B5080-B3AC-46C3-B69D-77AD5697C40B}">
      <dgm:prSet/>
      <dgm:spPr/>
    </dgm:pt>
    <dgm:pt modelId="{88E8B59C-BE38-46BF-B3DF-75A5F26BFD5A}" type="sibTrans" cxnId="{D07B5080-B3AC-46C3-B69D-77AD5697C40B}">
      <dgm:prSet/>
      <dgm:spPr/>
    </dgm:pt>
    <dgm:pt modelId="{82D250F8-D159-441F-97B7-C6488868F092}" type="pres">
      <dgm:prSet presAssocID="{17732646-628E-46AB-ABC3-2DAD6CABFF17}" presName="vert0" presStyleCnt="0">
        <dgm:presLayoutVars>
          <dgm:dir/>
          <dgm:animOne val="branch"/>
          <dgm:animLvl val="lvl"/>
        </dgm:presLayoutVars>
      </dgm:prSet>
      <dgm:spPr/>
    </dgm:pt>
    <dgm:pt modelId="{67D54B11-8788-49A6-AC57-859C4140FC8C}" type="pres">
      <dgm:prSet presAssocID="{14854277-6E9F-48EA-A7FE-674706E231E2}" presName="thickLine" presStyleLbl="alignNode1" presStyleIdx="0" presStyleCnt="8"/>
      <dgm:spPr/>
    </dgm:pt>
    <dgm:pt modelId="{0EE03B80-2FE4-4A93-9F2D-D2C5080E243D}" type="pres">
      <dgm:prSet presAssocID="{14854277-6E9F-48EA-A7FE-674706E231E2}" presName="horz1" presStyleCnt="0"/>
      <dgm:spPr/>
    </dgm:pt>
    <dgm:pt modelId="{1C9947D4-13E3-4375-BE69-4F916A3895D5}" type="pres">
      <dgm:prSet presAssocID="{14854277-6E9F-48EA-A7FE-674706E231E2}" presName="tx1" presStyleLbl="revTx" presStyleIdx="0" presStyleCnt="8"/>
      <dgm:spPr/>
    </dgm:pt>
    <dgm:pt modelId="{512D84D3-4B92-4F88-A8A9-5A772420585D}" type="pres">
      <dgm:prSet presAssocID="{14854277-6E9F-48EA-A7FE-674706E231E2}" presName="vert1" presStyleCnt="0"/>
      <dgm:spPr/>
    </dgm:pt>
    <dgm:pt modelId="{A9951451-ED9E-4A3C-A0EC-3B19F6DB6F95}" type="pres">
      <dgm:prSet presAssocID="{DA2FBA0A-7079-46E9-A102-10C83C27B567}" presName="thickLine" presStyleLbl="alignNode1" presStyleIdx="1" presStyleCnt="8"/>
      <dgm:spPr/>
    </dgm:pt>
    <dgm:pt modelId="{9095EE64-39A9-4F3E-9406-12988541EC0D}" type="pres">
      <dgm:prSet presAssocID="{DA2FBA0A-7079-46E9-A102-10C83C27B567}" presName="horz1" presStyleCnt="0"/>
      <dgm:spPr/>
    </dgm:pt>
    <dgm:pt modelId="{7928A53F-BC51-40A8-8E98-2B746F72D665}" type="pres">
      <dgm:prSet presAssocID="{DA2FBA0A-7079-46E9-A102-10C83C27B567}" presName="tx1" presStyleLbl="revTx" presStyleIdx="1" presStyleCnt="8"/>
      <dgm:spPr/>
    </dgm:pt>
    <dgm:pt modelId="{A56C2304-3111-4B40-BD41-69257F111477}" type="pres">
      <dgm:prSet presAssocID="{DA2FBA0A-7079-46E9-A102-10C83C27B567}" presName="vert1" presStyleCnt="0"/>
      <dgm:spPr/>
    </dgm:pt>
    <dgm:pt modelId="{F0041E68-E78A-4A95-92A1-DA33751C3A0E}" type="pres">
      <dgm:prSet presAssocID="{4F9E2D29-640A-4D3C-A78B-244CAF0BC369}" presName="thickLine" presStyleLbl="alignNode1" presStyleIdx="2" presStyleCnt="8"/>
      <dgm:spPr/>
    </dgm:pt>
    <dgm:pt modelId="{AD76F657-55A1-4420-B8D0-C3A8952B5C6E}" type="pres">
      <dgm:prSet presAssocID="{4F9E2D29-640A-4D3C-A78B-244CAF0BC369}" presName="horz1" presStyleCnt="0"/>
      <dgm:spPr/>
    </dgm:pt>
    <dgm:pt modelId="{F4EFE248-ED24-446A-8B90-464F7DA4DBDB}" type="pres">
      <dgm:prSet presAssocID="{4F9E2D29-640A-4D3C-A78B-244CAF0BC369}" presName="tx1" presStyleLbl="revTx" presStyleIdx="2" presStyleCnt="8"/>
      <dgm:spPr/>
    </dgm:pt>
    <dgm:pt modelId="{B0B19DE5-7A26-4806-BDE8-EEF1C3796FFE}" type="pres">
      <dgm:prSet presAssocID="{4F9E2D29-640A-4D3C-A78B-244CAF0BC369}" presName="vert1" presStyleCnt="0"/>
      <dgm:spPr/>
    </dgm:pt>
    <dgm:pt modelId="{255ABA98-9916-4815-BF6C-DCCFEFB2CF44}" type="pres">
      <dgm:prSet presAssocID="{609BEC66-D037-42CC-9BC2-417B0A05E753}" presName="thickLine" presStyleLbl="alignNode1" presStyleIdx="3" presStyleCnt="8"/>
      <dgm:spPr/>
    </dgm:pt>
    <dgm:pt modelId="{999196C0-26DC-4247-82C8-4A39641CC038}" type="pres">
      <dgm:prSet presAssocID="{609BEC66-D037-42CC-9BC2-417B0A05E753}" presName="horz1" presStyleCnt="0"/>
      <dgm:spPr/>
    </dgm:pt>
    <dgm:pt modelId="{58593B21-BC2D-4298-8BFB-AB2DBFE674DF}" type="pres">
      <dgm:prSet presAssocID="{609BEC66-D037-42CC-9BC2-417B0A05E753}" presName="tx1" presStyleLbl="revTx" presStyleIdx="3" presStyleCnt="8"/>
      <dgm:spPr/>
    </dgm:pt>
    <dgm:pt modelId="{E1D6497E-802C-43E5-940D-F3E7A3B02EFB}" type="pres">
      <dgm:prSet presAssocID="{609BEC66-D037-42CC-9BC2-417B0A05E753}" presName="vert1" presStyleCnt="0"/>
      <dgm:spPr/>
    </dgm:pt>
    <dgm:pt modelId="{5E4EBCE9-F83C-4D3F-8983-E55AFBE10F3A}" type="pres">
      <dgm:prSet presAssocID="{2690816F-2D29-4E94-AC20-AC4379DD1416}" presName="thickLine" presStyleLbl="alignNode1" presStyleIdx="4" presStyleCnt="8"/>
      <dgm:spPr/>
    </dgm:pt>
    <dgm:pt modelId="{3C7E502F-5506-4E69-BD4E-177A21489F6A}" type="pres">
      <dgm:prSet presAssocID="{2690816F-2D29-4E94-AC20-AC4379DD1416}" presName="horz1" presStyleCnt="0"/>
      <dgm:spPr/>
    </dgm:pt>
    <dgm:pt modelId="{C4C92F63-2DB5-4B39-B001-BF1C848F8FFF}" type="pres">
      <dgm:prSet presAssocID="{2690816F-2D29-4E94-AC20-AC4379DD1416}" presName="tx1" presStyleLbl="revTx" presStyleIdx="4" presStyleCnt="8"/>
      <dgm:spPr/>
    </dgm:pt>
    <dgm:pt modelId="{0625D3F0-4E13-4A5A-8915-4FA50C523DB4}" type="pres">
      <dgm:prSet presAssocID="{2690816F-2D29-4E94-AC20-AC4379DD1416}" presName="vert1" presStyleCnt="0"/>
      <dgm:spPr/>
    </dgm:pt>
    <dgm:pt modelId="{72628F48-48FE-4FA3-8C6B-136C71C126F1}" type="pres">
      <dgm:prSet presAssocID="{0EAB72D7-566E-4293-9158-857FD4760053}" presName="thickLine" presStyleLbl="alignNode1" presStyleIdx="5" presStyleCnt="8"/>
      <dgm:spPr/>
    </dgm:pt>
    <dgm:pt modelId="{BFEA3321-23A4-4C25-A089-4A84CB15CB28}" type="pres">
      <dgm:prSet presAssocID="{0EAB72D7-566E-4293-9158-857FD4760053}" presName="horz1" presStyleCnt="0"/>
      <dgm:spPr/>
    </dgm:pt>
    <dgm:pt modelId="{3DB00A9F-1E6F-411D-BE63-01F784B3A5F0}" type="pres">
      <dgm:prSet presAssocID="{0EAB72D7-566E-4293-9158-857FD4760053}" presName="tx1" presStyleLbl="revTx" presStyleIdx="5" presStyleCnt="8"/>
      <dgm:spPr/>
    </dgm:pt>
    <dgm:pt modelId="{25D6ACDA-2ACE-464D-8EB7-06563AAFEC91}" type="pres">
      <dgm:prSet presAssocID="{0EAB72D7-566E-4293-9158-857FD4760053}" presName="vert1" presStyleCnt="0"/>
      <dgm:spPr/>
    </dgm:pt>
    <dgm:pt modelId="{DE02EB8B-FB67-4439-A25E-F926A708C9FF}" type="pres">
      <dgm:prSet presAssocID="{3556148C-59E8-4D9A-86F1-F5ED1AF4B89C}" presName="thickLine" presStyleLbl="alignNode1" presStyleIdx="6" presStyleCnt="8"/>
      <dgm:spPr/>
    </dgm:pt>
    <dgm:pt modelId="{99DE996C-F957-4CBE-963F-9EA55BAC4AD1}" type="pres">
      <dgm:prSet presAssocID="{3556148C-59E8-4D9A-86F1-F5ED1AF4B89C}" presName="horz1" presStyleCnt="0"/>
      <dgm:spPr/>
    </dgm:pt>
    <dgm:pt modelId="{A8A52A71-C550-4043-A526-7626807E9862}" type="pres">
      <dgm:prSet presAssocID="{3556148C-59E8-4D9A-86F1-F5ED1AF4B89C}" presName="tx1" presStyleLbl="revTx" presStyleIdx="6" presStyleCnt="8"/>
      <dgm:spPr/>
    </dgm:pt>
    <dgm:pt modelId="{467F8B6F-11F9-4E8E-A050-3881B69B97FA}" type="pres">
      <dgm:prSet presAssocID="{3556148C-59E8-4D9A-86F1-F5ED1AF4B89C}" presName="vert1" presStyleCnt="0"/>
      <dgm:spPr/>
    </dgm:pt>
    <dgm:pt modelId="{07FA9AF5-55E7-4953-B3F2-FF96C04B03CA}" type="pres">
      <dgm:prSet presAssocID="{F79B0CC3-2264-405C-9545-F3B1E3DE2A98}" presName="thickLine" presStyleLbl="alignNode1" presStyleIdx="7" presStyleCnt="8"/>
      <dgm:spPr/>
    </dgm:pt>
    <dgm:pt modelId="{C5E6CBDB-978C-4CF1-B77D-A4E1F42FC68D}" type="pres">
      <dgm:prSet presAssocID="{F79B0CC3-2264-405C-9545-F3B1E3DE2A98}" presName="horz1" presStyleCnt="0"/>
      <dgm:spPr/>
    </dgm:pt>
    <dgm:pt modelId="{CC8004D8-2941-4DA3-83ED-9B5FFFB3A8B7}" type="pres">
      <dgm:prSet presAssocID="{F79B0CC3-2264-405C-9545-F3B1E3DE2A98}" presName="tx1" presStyleLbl="revTx" presStyleIdx="7" presStyleCnt="8"/>
      <dgm:spPr/>
    </dgm:pt>
    <dgm:pt modelId="{9211126E-8E81-4E53-988C-E00D29AFCFD9}" type="pres">
      <dgm:prSet presAssocID="{F79B0CC3-2264-405C-9545-F3B1E3DE2A98}" presName="vert1" presStyleCnt="0"/>
      <dgm:spPr/>
    </dgm:pt>
  </dgm:ptLst>
  <dgm:cxnLst>
    <dgm:cxn modelId="{44FFA706-DF68-4E20-BFBC-A7A328C02C92}" srcId="{17732646-628E-46AB-ABC3-2DAD6CABFF17}" destId="{4F9E2D29-640A-4D3C-A78B-244CAF0BC369}" srcOrd="2" destOrd="0" parTransId="{6F914ABD-90FC-486B-8880-2E1B135E1058}" sibTransId="{915FE16A-57E0-4DB2-A164-C2EE38C43466}"/>
    <dgm:cxn modelId="{48A69A1E-368A-4ACB-8CCF-B1CC61479233}" srcId="{17732646-628E-46AB-ABC3-2DAD6CABFF17}" destId="{0EAB72D7-566E-4293-9158-857FD4760053}" srcOrd="5" destOrd="0" parTransId="{377FE8D2-9DE1-4FD0-A322-55A8AEB5F7E5}" sibTransId="{21D22037-25C4-4B88-A6FD-1325784D014D}"/>
    <dgm:cxn modelId="{15CFA32A-2F2A-4811-913D-6325CA910825}" srcId="{17732646-628E-46AB-ABC3-2DAD6CABFF17}" destId="{3556148C-59E8-4D9A-86F1-F5ED1AF4B89C}" srcOrd="6" destOrd="0" parTransId="{19D82227-C1EC-408A-A1E8-FAD199F62527}" sibTransId="{51342B6C-E92D-4C0B-AD7A-70E8EAD06094}"/>
    <dgm:cxn modelId="{8095105E-B0B1-40FE-957A-E446568D34AA}" srcId="{17732646-628E-46AB-ABC3-2DAD6CABFF17}" destId="{14854277-6E9F-48EA-A7FE-674706E231E2}" srcOrd="0" destOrd="0" parTransId="{D814F264-9662-4D91-9610-3EC160B72360}" sibTransId="{7F9B1CFB-13B5-42B2-8418-E096144572F9}"/>
    <dgm:cxn modelId="{75C29651-9F9E-438A-B57C-F8360D1C9BF6}" srcId="{17732646-628E-46AB-ABC3-2DAD6CABFF17}" destId="{2690816F-2D29-4E94-AC20-AC4379DD1416}" srcOrd="4" destOrd="0" parTransId="{A79A04BD-A241-4DF2-BAD7-6862BB365AFF}" sibTransId="{0BCB17A3-9E2E-4A8F-BAEA-3A1108A731F2}"/>
    <dgm:cxn modelId="{F2384057-10B2-48DF-A37D-E59D5CB5F926}" type="presOf" srcId="{4F9E2D29-640A-4D3C-A78B-244CAF0BC369}" destId="{F4EFE248-ED24-446A-8B90-464F7DA4DBDB}" srcOrd="0" destOrd="0" presId="urn:microsoft.com/office/officeart/2008/layout/LinedList"/>
    <dgm:cxn modelId="{9889035A-D918-489C-8692-CBEE96E62484}" type="presOf" srcId="{609BEC66-D037-42CC-9BC2-417B0A05E753}" destId="{58593B21-BC2D-4298-8BFB-AB2DBFE674DF}" srcOrd="0" destOrd="0" presId="urn:microsoft.com/office/officeart/2008/layout/LinedList"/>
    <dgm:cxn modelId="{3651307C-0529-4F29-BA11-3B18429452AD}" type="presOf" srcId="{2690816F-2D29-4E94-AC20-AC4379DD1416}" destId="{C4C92F63-2DB5-4B39-B001-BF1C848F8FFF}" srcOrd="0" destOrd="0" presId="urn:microsoft.com/office/officeart/2008/layout/LinedList"/>
    <dgm:cxn modelId="{D07B5080-B3AC-46C3-B69D-77AD5697C40B}" srcId="{17732646-628E-46AB-ABC3-2DAD6CABFF17}" destId="{F79B0CC3-2264-405C-9545-F3B1E3DE2A98}" srcOrd="7" destOrd="0" parTransId="{DB1363C8-746E-4769-898B-B7F5447DA132}" sibTransId="{88E8B59C-BE38-46BF-B3DF-75A5F26BFD5A}"/>
    <dgm:cxn modelId="{8CB4EA85-9540-46E2-BA59-49C8BF420F73}" srcId="{17732646-628E-46AB-ABC3-2DAD6CABFF17}" destId="{609BEC66-D037-42CC-9BC2-417B0A05E753}" srcOrd="3" destOrd="0" parTransId="{9F7107CE-A7C9-498E-BAD8-BDED10E38808}" sibTransId="{8A726F44-0BDD-4D73-91B0-0562AB2B159A}"/>
    <dgm:cxn modelId="{9EDD0C90-DAFB-432A-B9C2-2AB8A93F27F4}" type="presOf" srcId="{14854277-6E9F-48EA-A7FE-674706E231E2}" destId="{1C9947D4-13E3-4375-BE69-4F916A3895D5}" srcOrd="0" destOrd="0" presId="urn:microsoft.com/office/officeart/2008/layout/LinedList"/>
    <dgm:cxn modelId="{BF722396-52E2-453E-9721-1B521DADCBF3}" srcId="{17732646-628E-46AB-ABC3-2DAD6CABFF17}" destId="{DA2FBA0A-7079-46E9-A102-10C83C27B567}" srcOrd="1" destOrd="0" parTransId="{E2332D19-0E4E-4A7A-BEC6-E73E6321B871}" sibTransId="{69E27B3B-5B86-433A-97D5-2E15C728D091}"/>
    <dgm:cxn modelId="{C34CAEA6-3097-4A7A-9457-15DC4213EDB9}" type="presOf" srcId="{17732646-628E-46AB-ABC3-2DAD6CABFF17}" destId="{82D250F8-D159-441F-97B7-C6488868F092}" srcOrd="0" destOrd="0" presId="urn:microsoft.com/office/officeart/2008/layout/LinedList"/>
    <dgm:cxn modelId="{24DCDBAB-1DE9-481C-8880-1512E7204391}" type="presOf" srcId="{3556148C-59E8-4D9A-86F1-F5ED1AF4B89C}" destId="{A8A52A71-C550-4043-A526-7626807E9862}" srcOrd="0" destOrd="0" presId="urn:microsoft.com/office/officeart/2008/layout/LinedList"/>
    <dgm:cxn modelId="{A84AAABF-3928-437A-90EC-D9663D866DF9}" type="presOf" srcId="{DA2FBA0A-7079-46E9-A102-10C83C27B567}" destId="{7928A53F-BC51-40A8-8E98-2B746F72D665}" srcOrd="0" destOrd="0" presId="urn:microsoft.com/office/officeart/2008/layout/LinedList"/>
    <dgm:cxn modelId="{64B163C1-ECAD-4FA8-8CE0-1EA2304AC921}" type="presOf" srcId="{0EAB72D7-566E-4293-9158-857FD4760053}" destId="{3DB00A9F-1E6F-411D-BE63-01F784B3A5F0}" srcOrd="0" destOrd="0" presId="urn:microsoft.com/office/officeart/2008/layout/LinedList"/>
    <dgm:cxn modelId="{053559E8-9646-4A34-8E8C-114E1FF1F0DB}" type="presOf" srcId="{F79B0CC3-2264-405C-9545-F3B1E3DE2A98}" destId="{CC8004D8-2941-4DA3-83ED-9B5FFFB3A8B7}" srcOrd="0" destOrd="0" presId="urn:microsoft.com/office/officeart/2008/layout/LinedList"/>
    <dgm:cxn modelId="{CCED6B0E-1D4C-45C6-A6B3-78E6F9CE402F}" type="presParOf" srcId="{82D250F8-D159-441F-97B7-C6488868F092}" destId="{67D54B11-8788-49A6-AC57-859C4140FC8C}" srcOrd="0" destOrd="0" presId="urn:microsoft.com/office/officeart/2008/layout/LinedList"/>
    <dgm:cxn modelId="{DF277F1A-46B8-4611-94AB-532EBD598D72}" type="presParOf" srcId="{82D250F8-D159-441F-97B7-C6488868F092}" destId="{0EE03B80-2FE4-4A93-9F2D-D2C5080E243D}" srcOrd="1" destOrd="0" presId="urn:microsoft.com/office/officeart/2008/layout/LinedList"/>
    <dgm:cxn modelId="{D4686B03-CD24-4355-8F36-615D09E9E625}" type="presParOf" srcId="{0EE03B80-2FE4-4A93-9F2D-D2C5080E243D}" destId="{1C9947D4-13E3-4375-BE69-4F916A3895D5}" srcOrd="0" destOrd="0" presId="urn:microsoft.com/office/officeart/2008/layout/LinedList"/>
    <dgm:cxn modelId="{1D39445E-E1A6-4C02-ACCA-5DBA57564DCF}" type="presParOf" srcId="{0EE03B80-2FE4-4A93-9F2D-D2C5080E243D}" destId="{512D84D3-4B92-4F88-A8A9-5A772420585D}" srcOrd="1" destOrd="0" presId="urn:microsoft.com/office/officeart/2008/layout/LinedList"/>
    <dgm:cxn modelId="{37956E83-ACE2-4FE9-A34C-FEA39DFE133B}" type="presParOf" srcId="{82D250F8-D159-441F-97B7-C6488868F092}" destId="{A9951451-ED9E-4A3C-A0EC-3B19F6DB6F95}" srcOrd="2" destOrd="0" presId="urn:microsoft.com/office/officeart/2008/layout/LinedList"/>
    <dgm:cxn modelId="{359EB2DB-1F7B-4DC5-AEB6-FF674BAA1273}" type="presParOf" srcId="{82D250F8-D159-441F-97B7-C6488868F092}" destId="{9095EE64-39A9-4F3E-9406-12988541EC0D}" srcOrd="3" destOrd="0" presId="urn:microsoft.com/office/officeart/2008/layout/LinedList"/>
    <dgm:cxn modelId="{BCA372EC-B3CB-4FB0-90C6-CEDD865733DC}" type="presParOf" srcId="{9095EE64-39A9-4F3E-9406-12988541EC0D}" destId="{7928A53F-BC51-40A8-8E98-2B746F72D665}" srcOrd="0" destOrd="0" presId="urn:microsoft.com/office/officeart/2008/layout/LinedList"/>
    <dgm:cxn modelId="{C111103D-7784-422E-B70D-93E4476160C5}" type="presParOf" srcId="{9095EE64-39A9-4F3E-9406-12988541EC0D}" destId="{A56C2304-3111-4B40-BD41-69257F111477}" srcOrd="1" destOrd="0" presId="urn:microsoft.com/office/officeart/2008/layout/LinedList"/>
    <dgm:cxn modelId="{94CC96A5-CAF7-42AC-A9A8-AF5C49602D1C}" type="presParOf" srcId="{82D250F8-D159-441F-97B7-C6488868F092}" destId="{F0041E68-E78A-4A95-92A1-DA33751C3A0E}" srcOrd="4" destOrd="0" presId="urn:microsoft.com/office/officeart/2008/layout/LinedList"/>
    <dgm:cxn modelId="{0B6F3F31-5F6F-4678-B294-815902CB42BF}" type="presParOf" srcId="{82D250F8-D159-441F-97B7-C6488868F092}" destId="{AD76F657-55A1-4420-B8D0-C3A8952B5C6E}" srcOrd="5" destOrd="0" presId="urn:microsoft.com/office/officeart/2008/layout/LinedList"/>
    <dgm:cxn modelId="{6EF43DE8-A52C-44DA-8DA6-A32B508EB50D}" type="presParOf" srcId="{AD76F657-55A1-4420-B8D0-C3A8952B5C6E}" destId="{F4EFE248-ED24-446A-8B90-464F7DA4DBDB}" srcOrd="0" destOrd="0" presId="urn:microsoft.com/office/officeart/2008/layout/LinedList"/>
    <dgm:cxn modelId="{667BF08C-96E9-465D-8560-F96E1494A49C}" type="presParOf" srcId="{AD76F657-55A1-4420-B8D0-C3A8952B5C6E}" destId="{B0B19DE5-7A26-4806-BDE8-EEF1C3796FFE}" srcOrd="1" destOrd="0" presId="urn:microsoft.com/office/officeart/2008/layout/LinedList"/>
    <dgm:cxn modelId="{2AB97EC3-CB88-451F-B136-48151839ABCE}" type="presParOf" srcId="{82D250F8-D159-441F-97B7-C6488868F092}" destId="{255ABA98-9916-4815-BF6C-DCCFEFB2CF44}" srcOrd="6" destOrd="0" presId="urn:microsoft.com/office/officeart/2008/layout/LinedList"/>
    <dgm:cxn modelId="{5BC6A83F-81DC-48E6-AA5D-73B808C79501}" type="presParOf" srcId="{82D250F8-D159-441F-97B7-C6488868F092}" destId="{999196C0-26DC-4247-82C8-4A39641CC038}" srcOrd="7" destOrd="0" presId="urn:microsoft.com/office/officeart/2008/layout/LinedList"/>
    <dgm:cxn modelId="{14E50628-F93B-4828-8F12-C7AB40BB47A6}" type="presParOf" srcId="{999196C0-26DC-4247-82C8-4A39641CC038}" destId="{58593B21-BC2D-4298-8BFB-AB2DBFE674DF}" srcOrd="0" destOrd="0" presId="urn:microsoft.com/office/officeart/2008/layout/LinedList"/>
    <dgm:cxn modelId="{1CC38AE4-A9C4-404A-BB33-2AA4C82037F0}" type="presParOf" srcId="{999196C0-26DC-4247-82C8-4A39641CC038}" destId="{E1D6497E-802C-43E5-940D-F3E7A3B02EFB}" srcOrd="1" destOrd="0" presId="urn:microsoft.com/office/officeart/2008/layout/LinedList"/>
    <dgm:cxn modelId="{5916DD1E-CC80-4F47-8311-0D1D748EBA3B}" type="presParOf" srcId="{82D250F8-D159-441F-97B7-C6488868F092}" destId="{5E4EBCE9-F83C-4D3F-8983-E55AFBE10F3A}" srcOrd="8" destOrd="0" presId="urn:microsoft.com/office/officeart/2008/layout/LinedList"/>
    <dgm:cxn modelId="{6B90294D-CEA1-4800-964E-DA6B949F53B5}" type="presParOf" srcId="{82D250F8-D159-441F-97B7-C6488868F092}" destId="{3C7E502F-5506-4E69-BD4E-177A21489F6A}" srcOrd="9" destOrd="0" presId="urn:microsoft.com/office/officeart/2008/layout/LinedList"/>
    <dgm:cxn modelId="{64A03FB4-95C9-4D44-9F64-06B9CBF10454}" type="presParOf" srcId="{3C7E502F-5506-4E69-BD4E-177A21489F6A}" destId="{C4C92F63-2DB5-4B39-B001-BF1C848F8FFF}" srcOrd="0" destOrd="0" presId="urn:microsoft.com/office/officeart/2008/layout/LinedList"/>
    <dgm:cxn modelId="{A37D1240-3568-436F-ABEE-5F39D36408E9}" type="presParOf" srcId="{3C7E502F-5506-4E69-BD4E-177A21489F6A}" destId="{0625D3F0-4E13-4A5A-8915-4FA50C523DB4}" srcOrd="1" destOrd="0" presId="urn:microsoft.com/office/officeart/2008/layout/LinedList"/>
    <dgm:cxn modelId="{67296E6B-B5EB-4E81-9C9C-584751CDE1F1}" type="presParOf" srcId="{82D250F8-D159-441F-97B7-C6488868F092}" destId="{72628F48-48FE-4FA3-8C6B-136C71C126F1}" srcOrd="10" destOrd="0" presId="urn:microsoft.com/office/officeart/2008/layout/LinedList"/>
    <dgm:cxn modelId="{0EF3D90C-E882-487B-BB49-643A0F6B37BD}" type="presParOf" srcId="{82D250F8-D159-441F-97B7-C6488868F092}" destId="{BFEA3321-23A4-4C25-A089-4A84CB15CB28}" srcOrd="11" destOrd="0" presId="urn:microsoft.com/office/officeart/2008/layout/LinedList"/>
    <dgm:cxn modelId="{76ED5F7A-BA33-4139-B618-064A622864A6}" type="presParOf" srcId="{BFEA3321-23A4-4C25-A089-4A84CB15CB28}" destId="{3DB00A9F-1E6F-411D-BE63-01F784B3A5F0}" srcOrd="0" destOrd="0" presId="urn:microsoft.com/office/officeart/2008/layout/LinedList"/>
    <dgm:cxn modelId="{DE56E5F4-03DE-44DA-8579-8C564C2ED2FB}" type="presParOf" srcId="{BFEA3321-23A4-4C25-A089-4A84CB15CB28}" destId="{25D6ACDA-2ACE-464D-8EB7-06563AAFEC91}" srcOrd="1" destOrd="0" presId="urn:microsoft.com/office/officeart/2008/layout/LinedList"/>
    <dgm:cxn modelId="{CA59F922-16E7-4839-96E7-7C7AC0EA739E}" type="presParOf" srcId="{82D250F8-D159-441F-97B7-C6488868F092}" destId="{DE02EB8B-FB67-4439-A25E-F926A708C9FF}" srcOrd="12" destOrd="0" presId="urn:microsoft.com/office/officeart/2008/layout/LinedList"/>
    <dgm:cxn modelId="{67416162-4187-406E-8CCA-13224338FC04}" type="presParOf" srcId="{82D250F8-D159-441F-97B7-C6488868F092}" destId="{99DE996C-F957-4CBE-963F-9EA55BAC4AD1}" srcOrd="13" destOrd="0" presId="urn:microsoft.com/office/officeart/2008/layout/LinedList"/>
    <dgm:cxn modelId="{F6106D41-63FD-4F5D-BB86-90B152CEFB48}" type="presParOf" srcId="{99DE996C-F957-4CBE-963F-9EA55BAC4AD1}" destId="{A8A52A71-C550-4043-A526-7626807E9862}" srcOrd="0" destOrd="0" presId="urn:microsoft.com/office/officeart/2008/layout/LinedList"/>
    <dgm:cxn modelId="{5E640236-5BCE-4333-87A5-3587CF3D8ED4}" type="presParOf" srcId="{99DE996C-F957-4CBE-963F-9EA55BAC4AD1}" destId="{467F8B6F-11F9-4E8E-A050-3881B69B97FA}" srcOrd="1" destOrd="0" presId="urn:microsoft.com/office/officeart/2008/layout/LinedList"/>
    <dgm:cxn modelId="{CC395283-D7AD-4297-9820-C4626DEE7F76}" type="presParOf" srcId="{82D250F8-D159-441F-97B7-C6488868F092}" destId="{07FA9AF5-55E7-4953-B3F2-FF96C04B03CA}" srcOrd="14" destOrd="0" presId="urn:microsoft.com/office/officeart/2008/layout/LinedList"/>
    <dgm:cxn modelId="{7E4A88E9-D2B5-42ED-9DB7-F851E9F804CE}" type="presParOf" srcId="{82D250F8-D159-441F-97B7-C6488868F092}" destId="{C5E6CBDB-978C-4CF1-B77D-A4E1F42FC68D}" srcOrd="15" destOrd="0" presId="urn:microsoft.com/office/officeart/2008/layout/LinedList"/>
    <dgm:cxn modelId="{9C278070-AE34-4579-8F4C-760E8A2C6D6F}" type="presParOf" srcId="{C5E6CBDB-978C-4CF1-B77D-A4E1F42FC68D}" destId="{CC8004D8-2941-4DA3-83ED-9B5FFFB3A8B7}" srcOrd="0" destOrd="0" presId="urn:microsoft.com/office/officeart/2008/layout/LinedList"/>
    <dgm:cxn modelId="{FDF3B8F0-8883-4ABD-9C0D-F56A4866E9B9}" type="presParOf" srcId="{C5E6CBDB-978C-4CF1-B77D-A4E1F42FC68D}" destId="{9211126E-8E81-4E53-988C-E00D29AFCFD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7A882B-9053-4FB0-BB50-6B4CB8E395F5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5982B2D-D469-4100-B8FA-A3E688DF684F}">
      <dgm:prSet phldr="0"/>
      <dgm:spPr/>
      <dgm:t>
        <a:bodyPr/>
        <a:lstStyle/>
        <a:p>
          <a:pPr rtl="0"/>
          <a:r>
            <a:rPr lang="ko-KR" altLang="en-US">
              <a:latin typeface="맑은 고딕" panose="020F0302020204030204"/>
            </a:rPr>
            <a:t>종결 스팩 무기 강화 재료</a:t>
          </a:r>
          <a:endParaRPr lang="ko-KR"/>
        </a:p>
      </dgm:t>
    </dgm:pt>
    <dgm:pt modelId="{EA9DBE7C-C76F-4152-A134-2B865A47A5D1}" type="parTrans" cxnId="{31FA5145-0ADE-41D8-BEFA-A71DAC700671}">
      <dgm:prSet/>
      <dgm:spPr/>
      <dgm:t>
        <a:bodyPr/>
        <a:lstStyle/>
        <a:p>
          <a:endParaRPr lang="en-US"/>
        </a:p>
      </dgm:t>
    </dgm:pt>
    <dgm:pt modelId="{A38ADE1D-0223-4325-A98A-3B0BE1BD293F}" type="sibTrans" cxnId="{31FA5145-0ADE-41D8-BEFA-A71DAC700671}">
      <dgm:prSet/>
      <dgm:spPr/>
      <dgm:t>
        <a:bodyPr/>
        <a:lstStyle/>
        <a:p>
          <a:endParaRPr lang="en-US"/>
        </a:p>
      </dgm:t>
    </dgm:pt>
    <dgm:pt modelId="{E0D4BA21-EB95-4008-A2F4-718902ED6FBC}">
      <dgm:prSet/>
      <dgm:spPr/>
      <dgm:t>
        <a:bodyPr/>
        <a:lstStyle/>
        <a:p>
          <a:pPr rtl="0"/>
          <a:r>
            <a:rPr lang="ko-KR" altLang="en-US">
              <a:latin typeface="맑은 고딕" panose="020F0302020204030204"/>
            </a:rPr>
            <a:t>종결</a:t>
          </a:r>
          <a:r>
            <a:rPr lang="ko-KR"/>
            <a:t> </a:t>
          </a:r>
          <a:r>
            <a:rPr lang="ko-KR" altLang="en-US">
              <a:latin typeface="맑은 고딕" panose="020F0302020204030204"/>
            </a:rPr>
            <a:t>스팩 </a:t>
          </a:r>
          <a:r>
            <a:rPr lang="ko-KR"/>
            <a:t>방어구</a:t>
          </a:r>
          <a:r>
            <a:rPr lang="ko-KR" altLang="en-US">
              <a:latin typeface="맑은 고딕" panose="020F0302020204030204"/>
            </a:rPr>
            <a:t> 강화</a:t>
          </a:r>
          <a:r>
            <a:rPr lang="ko-KR"/>
            <a:t> 재료</a:t>
          </a:r>
          <a:endParaRPr lang="en-US"/>
        </a:p>
      </dgm:t>
    </dgm:pt>
    <dgm:pt modelId="{4B69D418-AF0D-4549-AB35-C3A865AE6765}" type="parTrans" cxnId="{37364888-6C2D-416A-8E7B-F015B214B3DE}">
      <dgm:prSet/>
      <dgm:spPr/>
      <dgm:t>
        <a:bodyPr/>
        <a:lstStyle/>
        <a:p>
          <a:endParaRPr lang="en-US"/>
        </a:p>
      </dgm:t>
    </dgm:pt>
    <dgm:pt modelId="{C40AADEC-B3D8-42FF-A8DF-8083D6133A08}" type="sibTrans" cxnId="{37364888-6C2D-416A-8E7B-F015B214B3DE}">
      <dgm:prSet/>
      <dgm:spPr/>
      <dgm:t>
        <a:bodyPr/>
        <a:lstStyle/>
        <a:p>
          <a:endParaRPr lang="en-US"/>
        </a:p>
      </dgm:t>
    </dgm:pt>
    <dgm:pt modelId="{443434B7-8DBD-486A-A70E-349D9F2DE4AE}">
      <dgm:prSet/>
      <dgm:spPr/>
      <dgm:t>
        <a:bodyPr/>
        <a:lstStyle/>
        <a:p>
          <a:r>
            <a:rPr lang="ko-KR"/>
            <a:t>스토리</a:t>
          </a:r>
          <a:r>
            <a:rPr lang="en-US"/>
            <a:t>(</a:t>
          </a:r>
          <a:r>
            <a:rPr lang="ko-KR"/>
            <a:t>부모님의 복수</a:t>
          </a:r>
          <a:r>
            <a:rPr lang="en-US"/>
            <a:t>) </a:t>
          </a:r>
          <a:r>
            <a:rPr lang="ko-KR"/>
            <a:t>완결 </a:t>
          </a:r>
          <a:r>
            <a:rPr lang="en-US"/>
            <a:t>+ DLC </a:t>
          </a:r>
          <a:r>
            <a:rPr lang="ko-KR"/>
            <a:t>추가 스토리 개방</a:t>
          </a:r>
          <a:r>
            <a:rPr lang="en-US"/>
            <a:t>(</a:t>
          </a:r>
          <a:r>
            <a:rPr lang="ko-KR"/>
            <a:t>보류</a:t>
          </a:r>
          <a:r>
            <a:rPr lang="en-US"/>
            <a:t>)</a:t>
          </a:r>
        </a:p>
      </dgm:t>
    </dgm:pt>
    <dgm:pt modelId="{F88A8BD5-1A83-41DD-BA00-37337CE9D728}" type="parTrans" cxnId="{5E913782-1636-409B-A86F-FDD0ABCFFDFC}">
      <dgm:prSet/>
      <dgm:spPr/>
      <dgm:t>
        <a:bodyPr/>
        <a:lstStyle/>
        <a:p>
          <a:endParaRPr lang="en-US"/>
        </a:p>
      </dgm:t>
    </dgm:pt>
    <dgm:pt modelId="{5482B956-0AC2-4DB1-9EBC-7885C37C9A96}" type="sibTrans" cxnId="{5E913782-1636-409B-A86F-FDD0ABCFFDFC}">
      <dgm:prSet/>
      <dgm:spPr/>
      <dgm:t>
        <a:bodyPr/>
        <a:lstStyle/>
        <a:p>
          <a:endParaRPr lang="en-US"/>
        </a:p>
      </dgm:t>
    </dgm:pt>
    <dgm:pt modelId="{316F9123-8489-4865-B99E-A01AA636E399}">
      <dgm:prSet/>
      <dgm:spPr/>
      <dgm:t>
        <a:bodyPr/>
        <a:lstStyle/>
        <a:p>
          <a:r>
            <a:rPr lang="ko-KR"/>
            <a:t>엔드컨텐츠</a:t>
          </a:r>
          <a:r>
            <a:rPr lang="en-US"/>
            <a:t>(</a:t>
          </a:r>
          <a:r>
            <a:rPr lang="ko-KR"/>
            <a:t>가제</a:t>
          </a:r>
          <a:r>
            <a:rPr lang="en-US"/>
            <a:t>: </a:t>
          </a:r>
          <a:r>
            <a:rPr lang="ko-KR"/>
            <a:t>보스 강화 전투</a:t>
          </a:r>
          <a:r>
            <a:rPr lang="en-US"/>
            <a:t>) </a:t>
          </a:r>
          <a:r>
            <a:rPr lang="ko-KR"/>
            <a:t>개방</a:t>
          </a:r>
          <a:endParaRPr lang="en-US"/>
        </a:p>
      </dgm:t>
    </dgm:pt>
    <dgm:pt modelId="{8F0BA7C4-59BB-4731-BC7B-415F84730A63}" type="parTrans" cxnId="{903ECDCD-DA7B-4C6F-8902-20DF30913A03}">
      <dgm:prSet/>
      <dgm:spPr/>
      <dgm:t>
        <a:bodyPr/>
        <a:lstStyle/>
        <a:p>
          <a:endParaRPr lang="en-US"/>
        </a:p>
      </dgm:t>
    </dgm:pt>
    <dgm:pt modelId="{6398EA0A-6295-46EC-A6E6-A2624BE4635A}" type="sibTrans" cxnId="{903ECDCD-DA7B-4C6F-8902-20DF30913A03}">
      <dgm:prSet/>
      <dgm:spPr/>
      <dgm:t>
        <a:bodyPr/>
        <a:lstStyle/>
        <a:p>
          <a:endParaRPr lang="en-US"/>
        </a:p>
      </dgm:t>
    </dgm:pt>
    <dgm:pt modelId="{167879F2-90EA-4034-A4EA-DA441FC9B3CC}" type="pres">
      <dgm:prSet presAssocID="{167A882B-9053-4FB0-BB50-6B4CB8E395F5}" presName="vert0" presStyleCnt="0">
        <dgm:presLayoutVars>
          <dgm:dir/>
          <dgm:animOne val="branch"/>
          <dgm:animLvl val="lvl"/>
        </dgm:presLayoutVars>
      </dgm:prSet>
      <dgm:spPr/>
    </dgm:pt>
    <dgm:pt modelId="{3CE09285-A9E2-4299-9B76-136E5EBFE7FC}" type="pres">
      <dgm:prSet presAssocID="{75982B2D-D469-4100-B8FA-A3E688DF684F}" presName="thickLine" presStyleLbl="alignNode1" presStyleIdx="0" presStyleCnt="4"/>
      <dgm:spPr/>
    </dgm:pt>
    <dgm:pt modelId="{9454FFC6-699B-4F10-AA93-D7459EBABD3D}" type="pres">
      <dgm:prSet presAssocID="{75982B2D-D469-4100-B8FA-A3E688DF684F}" presName="horz1" presStyleCnt="0"/>
      <dgm:spPr/>
    </dgm:pt>
    <dgm:pt modelId="{7A464979-94BE-4EB0-AC3E-D10FCCD0E1F3}" type="pres">
      <dgm:prSet presAssocID="{75982B2D-D469-4100-B8FA-A3E688DF684F}" presName="tx1" presStyleLbl="revTx" presStyleIdx="0" presStyleCnt="4"/>
      <dgm:spPr/>
    </dgm:pt>
    <dgm:pt modelId="{F8CC5506-1C4A-4B13-BF4D-1FE8B8BC4238}" type="pres">
      <dgm:prSet presAssocID="{75982B2D-D469-4100-B8FA-A3E688DF684F}" presName="vert1" presStyleCnt="0"/>
      <dgm:spPr/>
    </dgm:pt>
    <dgm:pt modelId="{7263EE73-1F00-425C-9E78-B6E65D3653A8}" type="pres">
      <dgm:prSet presAssocID="{E0D4BA21-EB95-4008-A2F4-718902ED6FBC}" presName="thickLine" presStyleLbl="alignNode1" presStyleIdx="1" presStyleCnt="4"/>
      <dgm:spPr/>
    </dgm:pt>
    <dgm:pt modelId="{3D4EBD48-E1D0-4C82-90BF-431D6DC04E76}" type="pres">
      <dgm:prSet presAssocID="{E0D4BA21-EB95-4008-A2F4-718902ED6FBC}" presName="horz1" presStyleCnt="0"/>
      <dgm:spPr/>
    </dgm:pt>
    <dgm:pt modelId="{8198CA77-63A8-43C4-BB66-516DEEE0C722}" type="pres">
      <dgm:prSet presAssocID="{E0D4BA21-EB95-4008-A2F4-718902ED6FBC}" presName="tx1" presStyleLbl="revTx" presStyleIdx="1" presStyleCnt="4"/>
      <dgm:spPr/>
    </dgm:pt>
    <dgm:pt modelId="{2D68C5A1-8AFD-4025-A2BF-006F05C89091}" type="pres">
      <dgm:prSet presAssocID="{E0D4BA21-EB95-4008-A2F4-718902ED6FBC}" presName="vert1" presStyleCnt="0"/>
      <dgm:spPr/>
    </dgm:pt>
    <dgm:pt modelId="{7D79D37B-F7BA-4D17-B37E-8F19BFCAFC49}" type="pres">
      <dgm:prSet presAssocID="{443434B7-8DBD-486A-A70E-349D9F2DE4AE}" presName="thickLine" presStyleLbl="alignNode1" presStyleIdx="2" presStyleCnt="4"/>
      <dgm:spPr/>
    </dgm:pt>
    <dgm:pt modelId="{2BD2A99F-1903-4DB0-9FED-73C13D9F42D2}" type="pres">
      <dgm:prSet presAssocID="{443434B7-8DBD-486A-A70E-349D9F2DE4AE}" presName="horz1" presStyleCnt="0"/>
      <dgm:spPr/>
    </dgm:pt>
    <dgm:pt modelId="{3CA06142-F835-4320-98A0-497AC270A5E1}" type="pres">
      <dgm:prSet presAssocID="{443434B7-8DBD-486A-A70E-349D9F2DE4AE}" presName="tx1" presStyleLbl="revTx" presStyleIdx="2" presStyleCnt="4"/>
      <dgm:spPr/>
    </dgm:pt>
    <dgm:pt modelId="{4BD33B95-2272-405B-A6F9-1C0479CEC1F8}" type="pres">
      <dgm:prSet presAssocID="{443434B7-8DBD-486A-A70E-349D9F2DE4AE}" presName="vert1" presStyleCnt="0"/>
      <dgm:spPr/>
    </dgm:pt>
    <dgm:pt modelId="{DEEC9F9D-5F4B-4E9F-8DCE-F8216382B99F}" type="pres">
      <dgm:prSet presAssocID="{316F9123-8489-4865-B99E-A01AA636E399}" presName="thickLine" presStyleLbl="alignNode1" presStyleIdx="3" presStyleCnt="4"/>
      <dgm:spPr/>
    </dgm:pt>
    <dgm:pt modelId="{5472CE22-D0B9-4EC6-B23D-915E43F32F0B}" type="pres">
      <dgm:prSet presAssocID="{316F9123-8489-4865-B99E-A01AA636E399}" presName="horz1" presStyleCnt="0"/>
      <dgm:spPr/>
    </dgm:pt>
    <dgm:pt modelId="{2FD36329-2933-4178-AB96-D2B2EAD4FEE7}" type="pres">
      <dgm:prSet presAssocID="{316F9123-8489-4865-B99E-A01AA636E399}" presName="tx1" presStyleLbl="revTx" presStyleIdx="3" presStyleCnt="4"/>
      <dgm:spPr/>
    </dgm:pt>
    <dgm:pt modelId="{83A83E9A-866E-4B49-922F-525B96494003}" type="pres">
      <dgm:prSet presAssocID="{316F9123-8489-4865-B99E-A01AA636E399}" presName="vert1" presStyleCnt="0"/>
      <dgm:spPr/>
    </dgm:pt>
  </dgm:ptLst>
  <dgm:cxnLst>
    <dgm:cxn modelId="{4D2B0F05-25C8-4B75-9380-67122DA6C5F1}" type="presOf" srcId="{75982B2D-D469-4100-B8FA-A3E688DF684F}" destId="{7A464979-94BE-4EB0-AC3E-D10FCCD0E1F3}" srcOrd="0" destOrd="0" presId="urn:microsoft.com/office/officeart/2008/layout/LinedList"/>
    <dgm:cxn modelId="{789D9142-06BF-49DD-9823-B20F10DF12FD}" type="presOf" srcId="{E0D4BA21-EB95-4008-A2F4-718902ED6FBC}" destId="{8198CA77-63A8-43C4-BB66-516DEEE0C722}" srcOrd="0" destOrd="0" presId="urn:microsoft.com/office/officeart/2008/layout/LinedList"/>
    <dgm:cxn modelId="{31FA5145-0ADE-41D8-BEFA-A71DAC700671}" srcId="{167A882B-9053-4FB0-BB50-6B4CB8E395F5}" destId="{75982B2D-D469-4100-B8FA-A3E688DF684F}" srcOrd="0" destOrd="0" parTransId="{EA9DBE7C-C76F-4152-A134-2B865A47A5D1}" sibTransId="{A38ADE1D-0223-4325-A98A-3B0BE1BD293F}"/>
    <dgm:cxn modelId="{6383A678-DBB1-4989-80F3-E762CD21A9D0}" type="presOf" srcId="{443434B7-8DBD-486A-A70E-349D9F2DE4AE}" destId="{3CA06142-F835-4320-98A0-497AC270A5E1}" srcOrd="0" destOrd="0" presId="urn:microsoft.com/office/officeart/2008/layout/LinedList"/>
    <dgm:cxn modelId="{5E913782-1636-409B-A86F-FDD0ABCFFDFC}" srcId="{167A882B-9053-4FB0-BB50-6B4CB8E395F5}" destId="{443434B7-8DBD-486A-A70E-349D9F2DE4AE}" srcOrd="2" destOrd="0" parTransId="{F88A8BD5-1A83-41DD-BA00-37337CE9D728}" sibTransId="{5482B956-0AC2-4DB1-9EBC-7885C37C9A96}"/>
    <dgm:cxn modelId="{76D5B184-EC02-4961-A820-4E81CF89C6CE}" type="presOf" srcId="{167A882B-9053-4FB0-BB50-6B4CB8E395F5}" destId="{167879F2-90EA-4034-A4EA-DA441FC9B3CC}" srcOrd="0" destOrd="0" presId="urn:microsoft.com/office/officeart/2008/layout/LinedList"/>
    <dgm:cxn modelId="{37364888-6C2D-416A-8E7B-F015B214B3DE}" srcId="{167A882B-9053-4FB0-BB50-6B4CB8E395F5}" destId="{E0D4BA21-EB95-4008-A2F4-718902ED6FBC}" srcOrd="1" destOrd="0" parTransId="{4B69D418-AF0D-4549-AB35-C3A865AE6765}" sibTransId="{C40AADEC-B3D8-42FF-A8DF-8083D6133A08}"/>
    <dgm:cxn modelId="{903ECDCD-DA7B-4C6F-8902-20DF30913A03}" srcId="{167A882B-9053-4FB0-BB50-6B4CB8E395F5}" destId="{316F9123-8489-4865-B99E-A01AA636E399}" srcOrd="3" destOrd="0" parTransId="{8F0BA7C4-59BB-4731-BC7B-415F84730A63}" sibTransId="{6398EA0A-6295-46EC-A6E6-A2624BE4635A}"/>
    <dgm:cxn modelId="{45EC0AE9-FCA9-4BBC-9AE0-B39FE02D9B02}" type="presOf" srcId="{316F9123-8489-4865-B99E-A01AA636E399}" destId="{2FD36329-2933-4178-AB96-D2B2EAD4FEE7}" srcOrd="0" destOrd="0" presId="urn:microsoft.com/office/officeart/2008/layout/LinedList"/>
    <dgm:cxn modelId="{A8783566-DDD5-462A-A9FE-F0F40CE3DE59}" type="presParOf" srcId="{167879F2-90EA-4034-A4EA-DA441FC9B3CC}" destId="{3CE09285-A9E2-4299-9B76-136E5EBFE7FC}" srcOrd="0" destOrd="0" presId="urn:microsoft.com/office/officeart/2008/layout/LinedList"/>
    <dgm:cxn modelId="{AF66FD1C-98A0-48B3-9E50-78AAFED35338}" type="presParOf" srcId="{167879F2-90EA-4034-A4EA-DA441FC9B3CC}" destId="{9454FFC6-699B-4F10-AA93-D7459EBABD3D}" srcOrd="1" destOrd="0" presId="urn:microsoft.com/office/officeart/2008/layout/LinedList"/>
    <dgm:cxn modelId="{CFC5CB90-9AF2-4F2F-A8EF-E14649AA1C94}" type="presParOf" srcId="{9454FFC6-699B-4F10-AA93-D7459EBABD3D}" destId="{7A464979-94BE-4EB0-AC3E-D10FCCD0E1F3}" srcOrd="0" destOrd="0" presId="urn:microsoft.com/office/officeart/2008/layout/LinedList"/>
    <dgm:cxn modelId="{CB3C2EFD-E839-40B4-9FCB-12E67CE8E870}" type="presParOf" srcId="{9454FFC6-699B-4F10-AA93-D7459EBABD3D}" destId="{F8CC5506-1C4A-4B13-BF4D-1FE8B8BC4238}" srcOrd="1" destOrd="0" presId="urn:microsoft.com/office/officeart/2008/layout/LinedList"/>
    <dgm:cxn modelId="{C98897E7-9766-4AE7-8323-E17BD87BDCDE}" type="presParOf" srcId="{167879F2-90EA-4034-A4EA-DA441FC9B3CC}" destId="{7263EE73-1F00-425C-9E78-B6E65D3653A8}" srcOrd="2" destOrd="0" presId="urn:microsoft.com/office/officeart/2008/layout/LinedList"/>
    <dgm:cxn modelId="{2B5BD547-1FF8-4807-B2B0-ABB777246FFF}" type="presParOf" srcId="{167879F2-90EA-4034-A4EA-DA441FC9B3CC}" destId="{3D4EBD48-E1D0-4C82-90BF-431D6DC04E76}" srcOrd="3" destOrd="0" presId="urn:microsoft.com/office/officeart/2008/layout/LinedList"/>
    <dgm:cxn modelId="{1B9A03A6-5CB4-46A5-AE5D-9EE10FEF28BC}" type="presParOf" srcId="{3D4EBD48-E1D0-4C82-90BF-431D6DC04E76}" destId="{8198CA77-63A8-43C4-BB66-516DEEE0C722}" srcOrd="0" destOrd="0" presId="urn:microsoft.com/office/officeart/2008/layout/LinedList"/>
    <dgm:cxn modelId="{86EBBA6F-A29C-4075-A592-7C6850788FD4}" type="presParOf" srcId="{3D4EBD48-E1D0-4C82-90BF-431D6DC04E76}" destId="{2D68C5A1-8AFD-4025-A2BF-006F05C89091}" srcOrd="1" destOrd="0" presId="urn:microsoft.com/office/officeart/2008/layout/LinedList"/>
    <dgm:cxn modelId="{6A6FF9E1-CC3A-4BB3-BC66-7F7DDCEA7435}" type="presParOf" srcId="{167879F2-90EA-4034-A4EA-DA441FC9B3CC}" destId="{7D79D37B-F7BA-4D17-B37E-8F19BFCAFC49}" srcOrd="4" destOrd="0" presId="urn:microsoft.com/office/officeart/2008/layout/LinedList"/>
    <dgm:cxn modelId="{2A582C07-C89A-41CC-BDF7-62BD21F9D405}" type="presParOf" srcId="{167879F2-90EA-4034-A4EA-DA441FC9B3CC}" destId="{2BD2A99F-1903-4DB0-9FED-73C13D9F42D2}" srcOrd="5" destOrd="0" presId="urn:microsoft.com/office/officeart/2008/layout/LinedList"/>
    <dgm:cxn modelId="{F434B9D7-C663-40BB-B449-F558685C7CE0}" type="presParOf" srcId="{2BD2A99F-1903-4DB0-9FED-73C13D9F42D2}" destId="{3CA06142-F835-4320-98A0-497AC270A5E1}" srcOrd="0" destOrd="0" presId="urn:microsoft.com/office/officeart/2008/layout/LinedList"/>
    <dgm:cxn modelId="{A5DB3A7B-70C6-439A-8955-5E69853D4E6A}" type="presParOf" srcId="{2BD2A99F-1903-4DB0-9FED-73C13D9F42D2}" destId="{4BD33B95-2272-405B-A6F9-1C0479CEC1F8}" srcOrd="1" destOrd="0" presId="urn:microsoft.com/office/officeart/2008/layout/LinedList"/>
    <dgm:cxn modelId="{E67CD96C-257F-4476-B170-8C3F84F51888}" type="presParOf" srcId="{167879F2-90EA-4034-A4EA-DA441FC9B3CC}" destId="{DEEC9F9D-5F4B-4E9F-8DCE-F8216382B99F}" srcOrd="6" destOrd="0" presId="urn:microsoft.com/office/officeart/2008/layout/LinedList"/>
    <dgm:cxn modelId="{616B1D86-64A5-4D68-A09E-CC410125DCA1}" type="presParOf" srcId="{167879F2-90EA-4034-A4EA-DA441FC9B3CC}" destId="{5472CE22-D0B9-4EC6-B23D-915E43F32F0B}" srcOrd="7" destOrd="0" presId="urn:microsoft.com/office/officeart/2008/layout/LinedList"/>
    <dgm:cxn modelId="{3F930D42-D76E-4658-AB5C-A3F348416FF1}" type="presParOf" srcId="{5472CE22-D0B9-4EC6-B23D-915E43F32F0B}" destId="{2FD36329-2933-4178-AB96-D2B2EAD4FEE7}" srcOrd="0" destOrd="0" presId="urn:microsoft.com/office/officeart/2008/layout/LinedList"/>
    <dgm:cxn modelId="{C817C467-6A1F-4363-BA50-DF1D4B5D4D45}" type="presParOf" srcId="{5472CE22-D0B9-4EC6-B23D-915E43F32F0B}" destId="{83A83E9A-866E-4B49-922F-525B964940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54B11-8788-49A6-AC57-859C4140FC8C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947D4-13E3-4375-BE69-4F916A3895D5}">
      <dsp:nvSpPr>
        <dsp:cNvPr id="0" name=""/>
        <dsp:cNvSpPr/>
      </dsp:nvSpPr>
      <dsp:spPr>
        <a:xfrm>
          <a:off x="0" y="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맑은 고딕" panose="020F0302020204030204"/>
            </a:rPr>
            <a:t>시놉시스</a:t>
          </a:r>
          <a:endParaRPr lang="en-US" sz="2400" kern="1200"/>
        </a:p>
      </dsp:txBody>
      <dsp:txXfrm>
        <a:off x="0" y="0"/>
        <a:ext cx="6900512" cy="692017"/>
      </dsp:txXfrm>
    </dsp:sp>
    <dsp:sp modelId="{A9951451-ED9E-4A3C-A0EC-3B19F6DB6F95}">
      <dsp:nvSpPr>
        <dsp:cNvPr id="0" name=""/>
        <dsp:cNvSpPr/>
      </dsp:nvSpPr>
      <dsp:spPr>
        <a:xfrm>
          <a:off x="0" y="692017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8A53F-BC51-40A8-8E98-2B746F72D665}">
      <dsp:nvSpPr>
        <dsp:cNvPr id="0" name=""/>
        <dsp:cNvSpPr/>
      </dsp:nvSpPr>
      <dsp:spPr>
        <a:xfrm>
          <a:off x="0" y="692017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맑은 고딕" panose="020F0302020204030204"/>
            </a:rPr>
            <a:t>기본 정보</a:t>
          </a:r>
          <a:endParaRPr lang="ko-KR" altLang="en-US" sz="2400" kern="1200">
            <a:latin typeface="맑은 고딕"/>
            <a:ea typeface="맑은 고딕"/>
          </a:endParaRPr>
        </a:p>
      </dsp:txBody>
      <dsp:txXfrm>
        <a:off x="0" y="692017"/>
        <a:ext cx="6900512" cy="692017"/>
      </dsp:txXfrm>
    </dsp:sp>
    <dsp:sp modelId="{F0041E68-E78A-4A95-92A1-DA33751C3A0E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EFE248-ED24-446A-8B90-464F7DA4DBDB}">
      <dsp:nvSpPr>
        <dsp:cNvPr id="0" name=""/>
        <dsp:cNvSpPr/>
      </dsp:nvSpPr>
      <dsp:spPr>
        <a:xfrm>
          <a:off x="0" y="138403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Malgun Gothic"/>
              <a:ea typeface="Malgun Gothic"/>
            </a:rPr>
            <a:t>스킬</a:t>
          </a:r>
          <a:r>
            <a:rPr lang="ko-KR" sz="2400" kern="1200">
              <a:latin typeface="Malgun Gothic"/>
              <a:ea typeface="Malgun Gothic"/>
            </a:rPr>
            <a:t> 리스트</a:t>
          </a:r>
          <a:endParaRPr lang="ko-KR" altLang="en-US" sz="2400" kern="1200"/>
        </a:p>
      </dsp:txBody>
      <dsp:txXfrm>
        <a:off x="0" y="1384035"/>
        <a:ext cx="6900512" cy="692017"/>
      </dsp:txXfrm>
    </dsp:sp>
    <dsp:sp modelId="{255ABA98-9916-4815-BF6C-DCCFEFB2CF44}">
      <dsp:nvSpPr>
        <dsp:cNvPr id="0" name=""/>
        <dsp:cNvSpPr/>
      </dsp:nvSpPr>
      <dsp:spPr>
        <a:xfrm>
          <a:off x="0" y="2076052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93B21-BC2D-4298-8BFB-AB2DBFE674DF}">
      <dsp:nvSpPr>
        <dsp:cNvPr id="0" name=""/>
        <dsp:cNvSpPr/>
      </dsp:nvSpPr>
      <dsp:spPr>
        <a:xfrm>
          <a:off x="0" y="2076052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Malgun Gothic"/>
              <a:ea typeface="Malgun Gothic"/>
            </a:rPr>
            <a:t>예상 전투 흐름 </a:t>
          </a:r>
          <a:endParaRPr lang="en-US" sz="2400" kern="1200"/>
        </a:p>
      </dsp:txBody>
      <dsp:txXfrm>
        <a:off x="0" y="2076052"/>
        <a:ext cx="6900512" cy="692017"/>
      </dsp:txXfrm>
    </dsp:sp>
    <dsp:sp modelId="{5E4EBCE9-F83C-4D3F-8983-E55AFBE10F3A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92F63-2DB5-4B39-B001-BF1C848F8FFF}">
      <dsp:nvSpPr>
        <dsp:cNvPr id="0" name=""/>
        <dsp:cNvSpPr/>
      </dsp:nvSpPr>
      <dsp:spPr>
        <a:xfrm>
          <a:off x="0" y="276807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400" kern="1200"/>
            <a:t>에니메이션 로직 + </a:t>
          </a:r>
          <a:r>
            <a:rPr lang="ko-KR" altLang="en-US" sz="2400" kern="1200">
              <a:latin typeface="맑은 고딕" panose="020F0302020204030204"/>
            </a:rPr>
            <a:t>리스트</a:t>
          </a:r>
          <a:endParaRPr lang="en-US" sz="2400" kern="1200"/>
        </a:p>
      </dsp:txBody>
      <dsp:txXfrm>
        <a:off x="0" y="2768070"/>
        <a:ext cx="6900512" cy="692017"/>
      </dsp:txXfrm>
    </dsp:sp>
    <dsp:sp modelId="{72628F48-48FE-4FA3-8C6B-136C71C126F1}">
      <dsp:nvSpPr>
        <dsp:cNvPr id="0" name=""/>
        <dsp:cNvSpPr/>
      </dsp:nvSpPr>
      <dsp:spPr>
        <a:xfrm>
          <a:off x="0" y="3460088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00A9F-1E6F-411D-BE63-01F784B3A5F0}">
      <dsp:nvSpPr>
        <dsp:cNvPr id="0" name=""/>
        <dsp:cNvSpPr/>
      </dsp:nvSpPr>
      <dsp:spPr>
        <a:xfrm>
          <a:off x="0" y="3460088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맑은 고딕" panose="020F0302020204030204"/>
            </a:rPr>
            <a:t>맵</a:t>
          </a:r>
          <a:endParaRPr lang="ko-KR" sz="2400" kern="1200"/>
        </a:p>
      </dsp:txBody>
      <dsp:txXfrm>
        <a:off x="0" y="3460088"/>
        <a:ext cx="6900512" cy="692017"/>
      </dsp:txXfrm>
    </dsp:sp>
    <dsp:sp modelId="{DE02EB8B-FB67-4439-A25E-F926A708C9FF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52A71-C550-4043-A526-7626807E9862}">
      <dsp:nvSpPr>
        <dsp:cNvPr id="0" name=""/>
        <dsp:cNvSpPr/>
      </dsp:nvSpPr>
      <dsp:spPr>
        <a:xfrm>
          <a:off x="0" y="415210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맑은 고딕" panose="020F0302020204030204"/>
            </a:rPr>
            <a:t>상황별 위험도</a:t>
          </a:r>
        </a:p>
      </dsp:txBody>
      <dsp:txXfrm>
        <a:off x="0" y="4152105"/>
        <a:ext cx="6900512" cy="692017"/>
      </dsp:txXfrm>
    </dsp:sp>
    <dsp:sp modelId="{07FA9AF5-55E7-4953-B3F2-FF96C04B03CA}">
      <dsp:nvSpPr>
        <dsp:cNvPr id="0" name=""/>
        <dsp:cNvSpPr/>
      </dsp:nvSpPr>
      <dsp:spPr>
        <a:xfrm>
          <a:off x="0" y="484412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004D8-2941-4DA3-83ED-9B5FFFB3A8B7}">
      <dsp:nvSpPr>
        <dsp:cNvPr id="0" name=""/>
        <dsp:cNvSpPr/>
      </dsp:nvSpPr>
      <dsp:spPr>
        <a:xfrm>
          <a:off x="0" y="4844123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맑은 고딕" panose="020F0302020204030204"/>
            </a:rPr>
            <a:t>보스 공략 보상</a:t>
          </a:r>
          <a:endParaRPr lang="ko-KR" altLang="en-US" sz="2400" kern="1200"/>
        </a:p>
      </dsp:txBody>
      <dsp:txXfrm>
        <a:off x="0" y="4844123"/>
        <a:ext cx="6900512" cy="6920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09285-A9E2-4299-9B76-136E5EBFE7FC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64979-94BE-4EB0-AC3E-D10FCCD0E1F3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900" kern="1200">
              <a:latin typeface="맑은 고딕" panose="020F0302020204030204"/>
            </a:rPr>
            <a:t>종결 스팩 무기 강화 재료</a:t>
          </a:r>
          <a:endParaRPr lang="ko-KR" altLang="en-US" sz="2900" kern="1200"/>
        </a:p>
      </dsp:txBody>
      <dsp:txXfrm>
        <a:off x="0" y="0"/>
        <a:ext cx="6900512" cy="1384035"/>
      </dsp:txXfrm>
    </dsp:sp>
    <dsp:sp modelId="{7263EE73-1F00-425C-9E78-B6E65D3653A8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8CA77-63A8-43C4-BB66-516DEEE0C722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900" kern="1200">
              <a:latin typeface="맑은 고딕" panose="020F0302020204030204"/>
            </a:rPr>
            <a:t>종결</a:t>
          </a:r>
          <a:r>
            <a:rPr lang="ko-KR" sz="2900" kern="1200"/>
            <a:t> </a:t>
          </a:r>
          <a:r>
            <a:rPr lang="ko-KR" altLang="en-US" sz="2900" kern="1200">
              <a:latin typeface="맑은 고딕" panose="020F0302020204030204"/>
            </a:rPr>
            <a:t>스팩 </a:t>
          </a:r>
          <a:r>
            <a:rPr lang="ko-KR" sz="2900" kern="1200"/>
            <a:t>방어구</a:t>
          </a:r>
          <a:r>
            <a:rPr lang="ko-KR" altLang="en-US" sz="2900" kern="1200">
              <a:latin typeface="맑은 고딕" panose="020F0302020204030204"/>
            </a:rPr>
            <a:t> 강화</a:t>
          </a:r>
          <a:r>
            <a:rPr lang="ko-KR" sz="2900" kern="1200"/>
            <a:t> 재료</a:t>
          </a:r>
          <a:endParaRPr lang="en-US" sz="2900" kern="1200"/>
        </a:p>
      </dsp:txBody>
      <dsp:txXfrm>
        <a:off x="0" y="1384035"/>
        <a:ext cx="6900512" cy="1384035"/>
      </dsp:txXfrm>
    </dsp:sp>
    <dsp:sp modelId="{7D79D37B-F7BA-4D17-B37E-8F19BFCAFC49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06142-F835-4320-98A0-497AC270A5E1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스토리</a:t>
          </a:r>
          <a:r>
            <a:rPr lang="en-US" sz="2900" kern="1200"/>
            <a:t>(</a:t>
          </a:r>
          <a:r>
            <a:rPr lang="ko-KR" sz="2900" kern="1200"/>
            <a:t>부모님의 복수</a:t>
          </a:r>
          <a:r>
            <a:rPr lang="en-US" sz="2900" kern="1200"/>
            <a:t>) </a:t>
          </a:r>
          <a:r>
            <a:rPr lang="ko-KR" sz="2900" kern="1200"/>
            <a:t>완결 </a:t>
          </a:r>
          <a:r>
            <a:rPr lang="en-US" sz="2900" kern="1200"/>
            <a:t>+ DLC </a:t>
          </a:r>
          <a:r>
            <a:rPr lang="ko-KR" sz="2900" kern="1200"/>
            <a:t>추가 스토리 개방</a:t>
          </a:r>
          <a:r>
            <a:rPr lang="en-US" sz="2900" kern="1200"/>
            <a:t>(</a:t>
          </a:r>
          <a:r>
            <a:rPr lang="ko-KR" sz="2900" kern="1200"/>
            <a:t>보류</a:t>
          </a:r>
          <a:r>
            <a:rPr lang="en-US" sz="2900" kern="1200"/>
            <a:t>)</a:t>
          </a:r>
        </a:p>
      </dsp:txBody>
      <dsp:txXfrm>
        <a:off x="0" y="2768070"/>
        <a:ext cx="6900512" cy="1384035"/>
      </dsp:txXfrm>
    </dsp:sp>
    <dsp:sp modelId="{DEEC9F9D-5F4B-4E9F-8DCE-F8216382B99F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36329-2933-4178-AB96-D2B2EAD4FEE7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엔드컨텐츠</a:t>
          </a:r>
          <a:r>
            <a:rPr lang="en-US" sz="2900" kern="1200"/>
            <a:t>(</a:t>
          </a:r>
          <a:r>
            <a:rPr lang="ko-KR" sz="2900" kern="1200"/>
            <a:t>가제</a:t>
          </a:r>
          <a:r>
            <a:rPr lang="en-US" sz="2900" kern="1200"/>
            <a:t>: </a:t>
          </a:r>
          <a:r>
            <a:rPr lang="ko-KR" sz="2900" kern="1200"/>
            <a:t>보스 강화 전투</a:t>
          </a:r>
          <a:r>
            <a:rPr lang="en-US" sz="2900" kern="1200"/>
            <a:t>) </a:t>
          </a:r>
          <a:r>
            <a:rPr lang="ko-KR" sz="2900" kern="1200"/>
            <a:t>개방</a:t>
          </a:r>
          <a:endParaRPr lang="en-US" sz="2900" kern="1200"/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numCol="1" anchor="b"/>
          <a:lstStyle>
            <a:lvl1pPr algn="ctr">
              <a:defRPr sz="6000"/>
            </a:lvl1pPr>
          </a:lstStyle>
          <a:p>
            <a:r>
              <a:rPr lang="ko-KR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numCol="1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52303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57974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numCol="1" anchor="b"/>
          <a:lstStyle>
            <a:lvl1pPr>
              <a:defRPr sz="6000"/>
            </a:lvl1pPr>
          </a:lstStyle>
          <a:p>
            <a:r>
              <a:rPr lang="ko-KR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numCol="1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20521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numCol="1"/>
          <a:lstStyle/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numCol="1"/>
          <a:lstStyle/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72585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numCol="1"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numCol="1"/>
          <a:lstStyle/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numCol="1"/>
          <a:lstStyle/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55649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3642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77662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numCol="1" anchor="b"/>
          <a:lstStyle>
            <a:lvl1pPr>
              <a:defRPr sz="3200"/>
            </a:lvl1pPr>
          </a:lstStyle>
          <a:p>
            <a:r>
              <a:rPr lang="ko-KR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71826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numCol="1" anchor="b"/>
          <a:lstStyle>
            <a:lvl1pPr>
              <a:defRPr sz="3200"/>
            </a:lvl1pPr>
          </a:lstStyle>
          <a:p>
            <a:r>
              <a:rPr lang="ko-KR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58878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66692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numCol="1"/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numCol="1"/>
          <a:lstStyle/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927116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ko-KR"/>
              <a:t>마스터 텍스트 스타일 편집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A6B16-F097-40C6-9190-48972B37CC76}" type="datetimeFigureOut">
              <a:rPr lang="en-US" altLang="ko-KR" smtClean="0"/>
              <a:t>6/8/2026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D48FA-E8D7-4058-9BFC-F87F7B44126D}" type="slidenum">
              <a:rPr lang="en-US" alt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97825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kr.pinterest.com/pin/1098526534132316343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113A04-F1C1-3D6F-A01D-E0BF380E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ko-KR" altLang="en-US" sz="5400">
                <a:ea typeface="맑은 고딕"/>
              </a:rPr>
              <a:t>목차</a:t>
            </a:r>
            <a:endParaRPr lang="ko-KR" altLang="en-US" sz="540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9A5EE672-5DAA-5CC4-6BA9-4EECEB2D3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285600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0584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numCol="1">
            <a:normAutofit/>
          </a:bodyPr>
          <a:lstStyle/>
          <a:p>
            <a:r>
              <a:rPr lang="ko-KR" sz="3600">
                <a:solidFill>
                  <a:schemeClr val="tx2"/>
                </a:solidFill>
              </a:rPr>
              <a:t>시놉시스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numCol="1" anchor="ctr">
            <a:normAutofit/>
          </a:bodyPr>
          <a:lstStyle/>
          <a:p>
            <a:pPr marL="0" indent="0">
              <a:buNone/>
            </a:pPr>
            <a:r>
              <a:rPr lang="ko-KR" sz="1800">
                <a:solidFill>
                  <a:schemeClr val="tx2"/>
                </a:solidFill>
              </a:rPr>
              <a:t>크로노는 시간 관리국의 소장이다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sz="1800">
                <a:solidFill>
                  <a:schemeClr val="tx2"/>
                </a:solidFill>
              </a:rPr>
              <a:t>주인공은 크로노가 가지지 못한 능력을 가지고 있었다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sz="1800">
                <a:solidFill>
                  <a:schemeClr val="tx2"/>
                </a:solidFill>
              </a:rPr>
              <a:t>크로노는 주인공의 능력을 가지게 되면 시간 여행을 할 수 있게된다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sz="1800">
                <a:solidFill>
                  <a:schemeClr val="tx2"/>
                </a:solidFill>
              </a:rPr>
              <a:t>크로노에게는 아내가 있었다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sz="1800">
                <a:solidFill>
                  <a:schemeClr val="tx2"/>
                </a:solidFill>
              </a:rPr>
              <a:t>아내는 사고를 당해 죽게된다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sz="1800">
                <a:solidFill>
                  <a:schemeClr val="tx2"/>
                </a:solidFill>
              </a:rPr>
              <a:t>이 사건으로 크로노는 뒤틀린 정의감을 가지게 된다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sz="1800">
                <a:solidFill>
                  <a:schemeClr val="tx2"/>
                </a:solidFill>
              </a:rPr>
              <a:t>크로노는 다시는 이런 일이 발생하지 않도록 시간 여행 능력을 통해 모두가 자신의 미래를 알게되는 세계를 만드려고 한다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sz="1800">
                <a:solidFill>
                  <a:schemeClr val="tx2"/>
                </a:solidFill>
              </a:rPr>
              <a:t>그래서 크로노는 주인공을 손에 넣기 위해 주인공의 부모님을 납치하게</a:t>
            </a:r>
            <a:r>
              <a:rPr lang="en-US" altLang="ko-KR" sz="1800">
                <a:solidFill>
                  <a:schemeClr val="tx2"/>
                </a:solidFill>
              </a:rPr>
              <a:t> </a:t>
            </a:r>
            <a:r>
              <a:rPr lang="ko-KR" sz="1800">
                <a:solidFill>
                  <a:schemeClr val="tx2"/>
                </a:solidFill>
              </a:rPr>
              <a:t>된다</a:t>
            </a:r>
            <a:r>
              <a:rPr lang="en-US" altLang="ko-KR" sz="180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ko-KR" sz="1800">
                <a:solidFill>
                  <a:schemeClr val="tx2"/>
                </a:solidFill>
              </a:rPr>
              <a:t>주인공은 시간 관리국의 하청업체의 사장들과 여러 적들을 물리친후 크로노와 만나게 됨</a:t>
            </a:r>
            <a:r>
              <a:rPr lang="en-US" altLang="ko-KR" sz="180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034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204619" y="140230"/>
            <a:ext cx="5809554" cy="960437"/>
          </a:xfrm>
        </p:spPr>
        <p:txBody>
          <a:bodyPr numCol="1">
            <a:normAutofit/>
          </a:bodyPr>
          <a:lstStyle/>
          <a:p>
            <a:r>
              <a:rPr lang="ko-KR" sz="4400">
                <a:ea typeface="맑은 고딕"/>
              </a:rPr>
              <a:t>기본 정보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735161"/>
              </p:ext>
            </p:extLst>
          </p:nvPr>
        </p:nvGraphicFramePr>
        <p:xfrm>
          <a:off x="2394776" y="1963455"/>
          <a:ext cx="5414116" cy="34538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7058">
                  <a:extLst>
                    <a:ext uri="{9D8B030D-6E8A-4147-A177-3AD203B41FA5}">
                      <a16:colId xmlns:a16="http://schemas.microsoft.com/office/drawing/2014/main" val="2398025469"/>
                    </a:ext>
                  </a:extLst>
                </a:gridCol>
                <a:gridCol w="2707058">
                  <a:extLst>
                    <a:ext uri="{9D8B030D-6E8A-4147-A177-3AD203B41FA5}">
                      <a16:colId xmlns:a16="http://schemas.microsoft.com/office/drawing/2014/main" val="86996626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      </a:t>
                      </a:r>
                      <a:r>
                        <a:rPr lang="ko-KR" altLang="en-US"/>
                        <a:t> </a:t>
                      </a:r>
                      <a:r>
                        <a:rPr lang="ko-KR"/>
                        <a:t>  항목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        </a:t>
                      </a:r>
                      <a:r>
                        <a:rPr lang="ko-KR" altLang="en-US"/>
                        <a:t> </a:t>
                      </a:r>
                      <a:r>
                        <a:rPr lang="ko-KR"/>
                        <a:t>내용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43571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      몬스터 명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크로노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70909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/>
                        <a:t>         몬스터 등급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/>
                        <a:t>최종 보스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91549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</a:t>
                      </a:r>
                      <a:r>
                        <a:rPr lang="ko-KR" baseline="0"/>
                        <a:t> </a:t>
                      </a:r>
                      <a:r>
                        <a:rPr lang="ko-KR"/>
                        <a:t>몬스터</a:t>
                      </a:r>
                      <a:r>
                        <a:rPr lang="en-US" altLang="ko-KR"/>
                        <a:t>(</a:t>
                      </a:r>
                      <a:r>
                        <a:rPr lang="ko-KR"/>
                        <a:t>히트박스</a:t>
                      </a:r>
                      <a:r>
                        <a:rPr lang="en-US" altLang="ko-KR"/>
                        <a:t>)</a:t>
                      </a:r>
                      <a:r>
                        <a:rPr lang="ko-KR"/>
                        <a:t> 크기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중형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15594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         종족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기계인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050469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     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          </a:t>
                      </a:r>
                      <a:r>
                        <a:rPr lang="ko-KR"/>
                        <a:t>사용 스킬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텔레포트</a:t>
                      </a:r>
                      <a:r>
                        <a:rPr lang="en-US" altLang="ko-KR"/>
                        <a:t>, </a:t>
                      </a:r>
                      <a:r>
                        <a:rPr lang="en-US" altLang="ko-KR" err="1"/>
                        <a:t>시간</a:t>
                      </a:r>
                      <a:r>
                        <a:rPr lang="en-US" altLang="ko-KR"/>
                        <a:t> </a:t>
                      </a:r>
                      <a:r>
                        <a:rPr lang="en-US" altLang="ko-KR" err="1"/>
                        <a:t>되감기</a:t>
                      </a:r>
                      <a:r>
                        <a:rPr lang="en-US" altLang="ko-KR"/>
                        <a:t>, </a:t>
                      </a:r>
                      <a:r>
                        <a:rPr lang="ko-KR"/>
                        <a:t>시간 정지</a:t>
                      </a:r>
                      <a:r>
                        <a:rPr lang="en-US" altLang="ko-KR"/>
                        <a:t>, </a:t>
                      </a:r>
                      <a:r>
                        <a:rPr lang="ko-KR"/>
                        <a:t>시간 가속</a:t>
                      </a:r>
                      <a:r>
                        <a:rPr lang="en-US" altLang="ko-KR"/>
                        <a:t>, </a:t>
                      </a:r>
                      <a:r>
                        <a:rPr lang="ko-KR"/>
                        <a:t>부하 소환</a:t>
                      </a:r>
                      <a:r>
                        <a:rPr lang="en-US" altLang="ko-KR"/>
                        <a:t>, </a:t>
                      </a:r>
                      <a:r>
                        <a:rPr lang="en-US" altLang="ko-KR" err="1"/>
                        <a:t>비상</a:t>
                      </a:r>
                      <a:r>
                        <a:rPr lang="en-US" altLang="ko-KR"/>
                        <a:t> </a:t>
                      </a:r>
                      <a:r>
                        <a:rPr lang="en-US" altLang="ko-KR" err="1"/>
                        <a:t>탈출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회피 텔레포트</a:t>
                      </a:r>
                      <a:endParaRPr 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434232"/>
                  </a:ext>
                </a:extLst>
              </a:tr>
              <a:tr h="4211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/>
                        <a:t>            </a:t>
                      </a:r>
                      <a:r>
                        <a:rPr lang="ko-KR" baseline="0"/>
                        <a:t>페이즈</a:t>
                      </a:r>
                      <a:endParaRPr 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</a:t>
                      </a:r>
                      <a:endParaRPr 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749307"/>
                  </a:ext>
                </a:extLst>
              </a:tr>
            </a:tbl>
          </a:graphicData>
        </a:graphic>
      </p:graphicFrame>
      <p:pic>
        <p:nvPicPr>
          <p:cNvPr id="5" name="그림 4" descr="만화 영화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7C6600-0218-308E-0072-72A873F5F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12" y="1965960"/>
            <a:ext cx="1461135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6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BAFECAA-EBC6-BE01-1F95-2FD8DEDBD5C0}"/>
              </a:ext>
            </a:extLst>
          </p:cNvPr>
          <p:cNvSpPr/>
          <p:nvPr/>
        </p:nvSpPr>
        <p:spPr>
          <a:xfrm>
            <a:off x="8331602" y="579120"/>
            <a:ext cx="2956158" cy="219883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만화 영화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E9BA61-A7FA-4DA0-221B-7F7A79D0A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72" y="-3022"/>
            <a:ext cx="285305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CC0537-961A-9B93-111B-3F66350FCBC2}"/>
              </a:ext>
            </a:extLst>
          </p:cNvPr>
          <p:cNvSpPr txBox="1"/>
          <p:nvPr/>
        </p:nvSpPr>
        <p:spPr>
          <a:xfrm>
            <a:off x="8331601" y="579120"/>
            <a:ext cx="303743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 얼굴</a:t>
            </a: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평범한 얼굴 대신 시계를 사용</a:t>
            </a: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얼굴의 시계는 감정에 따라 회전 속도가 바뀜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24B585D-2490-1249-BD24-36529DCB2FCE}"/>
              </a:ext>
            </a:extLst>
          </p:cNvPr>
          <p:cNvCxnSpPr/>
          <p:nvPr/>
        </p:nvCxnSpPr>
        <p:spPr>
          <a:xfrm flipV="1">
            <a:off x="6380480" y="894080"/>
            <a:ext cx="1879600" cy="55880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C04C0A-C75F-BE8F-7C3B-6D8FADC79BE3}"/>
              </a:ext>
            </a:extLst>
          </p:cNvPr>
          <p:cNvSpPr/>
          <p:nvPr/>
        </p:nvSpPr>
        <p:spPr>
          <a:xfrm>
            <a:off x="599440" y="2428240"/>
            <a:ext cx="2936240" cy="152400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6105F-E988-B956-0CB8-2C4AD856E43E}"/>
              </a:ext>
            </a:extLst>
          </p:cNvPr>
          <p:cNvSpPr txBox="1"/>
          <p:nvPr/>
        </p:nvSpPr>
        <p:spPr>
          <a:xfrm>
            <a:off x="589279" y="2428240"/>
            <a:ext cx="275336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  옷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깔끔한 갈색 정장 </a:t>
            </a: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신사적인 분위기 강조함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F115543-9071-B4CE-61B7-C8C9310EA1FC}"/>
              </a:ext>
            </a:extLst>
          </p:cNvPr>
          <p:cNvCxnSpPr/>
          <p:nvPr/>
        </p:nvCxnSpPr>
        <p:spPr>
          <a:xfrm flipH="1">
            <a:off x="3586480" y="2692400"/>
            <a:ext cx="1808480" cy="17272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8E55CE-8A87-4C52-A7E2-5D5E0A1C8BC9}"/>
              </a:ext>
            </a:extLst>
          </p:cNvPr>
          <p:cNvSpPr/>
          <p:nvPr/>
        </p:nvSpPr>
        <p:spPr>
          <a:xfrm>
            <a:off x="8329730" y="3430871"/>
            <a:ext cx="3036501" cy="2586789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>
              <a:ea typeface="맑은 고딕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8097FA7-2120-8F25-B15A-058B3442D573}"/>
              </a:ext>
            </a:extLst>
          </p:cNvPr>
          <p:cNvCxnSpPr>
            <a:cxnSpLocks/>
          </p:cNvCxnSpPr>
          <p:nvPr/>
        </p:nvCxnSpPr>
        <p:spPr>
          <a:xfrm flipV="1">
            <a:off x="7222690" y="3721500"/>
            <a:ext cx="1097548" cy="18782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67329-9AAD-4D30-0B3C-98564C3B12B7}"/>
              </a:ext>
            </a:extLst>
          </p:cNvPr>
          <p:cNvSpPr txBox="1"/>
          <p:nvPr/>
        </p:nvSpPr>
        <p:spPr>
          <a:xfrm>
            <a:off x="8472236" y="3429000"/>
            <a:ext cx="281739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지팡이</a:t>
            </a:r>
            <a:endParaRPr lang="ko-KR" altLang="en-US">
              <a:ea typeface="맑은 고딕" panose="020B0503020000020004" pitchFamily="34" charset="-127"/>
            </a:endParaRPr>
          </a:p>
          <a:p>
            <a:pPr algn="l"/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평소에 가지고 다니는 지팡이</a:t>
            </a: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전투시에는 사용하지 않음</a:t>
            </a: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아내의 유품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9BBA52-21AB-1B11-2C13-F5859AB1B580}"/>
              </a:ext>
            </a:extLst>
          </p:cNvPr>
          <p:cNvSpPr txBox="1"/>
          <p:nvPr/>
        </p:nvSpPr>
        <p:spPr>
          <a:xfrm>
            <a:off x="401052" y="320841"/>
            <a:ext cx="369971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4400">
                <a:latin typeface="44"/>
                <a:ea typeface="맑은 고딕"/>
              </a:rPr>
              <a:t>캐릭터 설정</a:t>
            </a:r>
          </a:p>
          <a:p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5919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8095" y="84388"/>
            <a:ext cx="2463800" cy="955675"/>
          </a:xfrm>
        </p:spPr>
        <p:txBody>
          <a:bodyPr numCol="1"/>
          <a:lstStyle/>
          <a:p>
            <a:r>
              <a:rPr lang="ko-KR"/>
              <a:t>기본공격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5385617"/>
              </p:ext>
            </p:extLst>
          </p:nvPr>
        </p:nvGraphicFramePr>
        <p:xfrm>
          <a:off x="6676410" y="254446"/>
          <a:ext cx="5274732" cy="3967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086">
                  <a:extLst>
                    <a:ext uri="{9D8B030D-6E8A-4147-A177-3AD203B41FA5}">
                      <a16:colId xmlns:a16="http://schemas.microsoft.com/office/drawing/2014/main" val="1217521914"/>
                    </a:ext>
                  </a:extLst>
                </a:gridCol>
                <a:gridCol w="3728646">
                  <a:extLst>
                    <a:ext uri="{9D8B030D-6E8A-4147-A177-3AD203B41FA5}">
                      <a16:colId xmlns:a16="http://schemas.microsoft.com/office/drawing/2014/main" val="1976626667"/>
                    </a:ext>
                  </a:extLst>
                </a:gridCol>
              </a:tblGrid>
              <a:tr h="321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     </a:t>
                      </a:r>
                      <a:r>
                        <a:rPr lang="ko-KR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                  </a:t>
                      </a:r>
                      <a:r>
                        <a:rPr lang="ko-KR"/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604840"/>
                  </a:ext>
                </a:extLst>
              </a:tr>
              <a:tr h="5637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</a:t>
                      </a:r>
                      <a:r>
                        <a:rPr lang="ko-KR"/>
                        <a:t>시전 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텔레포트 사용 후 사거리 내 </a:t>
                      </a:r>
                      <a:r>
                        <a:rPr lang="en-US" altLang="ko-KR"/>
                        <a:t>PC</a:t>
                      </a:r>
                      <a:r>
                        <a:rPr lang="en-US" altLang="ko-KR" baseline="0"/>
                        <a:t> </a:t>
                      </a:r>
                      <a:r>
                        <a:rPr lang="ko-KR" baseline="0"/>
                        <a:t>존재시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89668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</a:t>
                      </a:r>
                      <a:r>
                        <a:rPr lang="ko-KR"/>
                        <a:t>시전 대상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PC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59016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</a:t>
                      </a:r>
                      <a:r>
                        <a:rPr lang="ko-KR" altLang="en-US"/>
                        <a:t>  </a:t>
                      </a:r>
                      <a:r>
                        <a:rPr lang="ko-KR"/>
                        <a:t>피해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크로노 공격력 </a:t>
                      </a:r>
                      <a:r>
                        <a:rPr lang="en-US" altLang="ko-KR"/>
                        <a:t>* 1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443597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</a:t>
                      </a:r>
                      <a:r>
                        <a:rPr lang="ko-KR"/>
                        <a:t>개수</a:t>
                      </a:r>
                      <a:r>
                        <a:rPr lang="en-US" altLang="ko-KR"/>
                        <a:t>(</a:t>
                      </a:r>
                      <a:r>
                        <a:rPr lang="ko-KR"/>
                        <a:t>개</a:t>
                      </a:r>
                      <a:r>
                        <a:rPr lang="en-US" altLang="ko-KR"/>
                        <a:t>)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 + (PHASE</a:t>
                      </a:r>
                      <a:r>
                        <a:rPr lang="en-US" altLang="ko-KR" baseline="0"/>
                        <a:t> 2) 1 + (PHASE 3) 1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35472"/>
                  </a:ext>
                </a:extLst>
              </a:tr>
              <a:tr h="5637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</a:t>
                      </a:r>
                      <a:r>
                        <a:rPr lang="ko-KR"/>
                        <a:t>투사체 속도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/>
                        <a:t>    (m/s)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800" b="0" i="0" u="none" strike="noStrike" noProof="0">
                          <a:latin typeface="맑은 고딕"/>
                          <a:ea typeface="맑은 고딕"/>
                        </a:rPr>
                        <a:t>15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046706"/>
                  </a:ext>
                </a:extLst>
              </a:tr>
              <a:tr h="563764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</a:t>
                      </a:r>
                      <a:r>
                        <a:rPr lang="ko-KR" altLang="en-US"/>
                        <a:t> </a:t>
                      </a:r>
                      <a:r>
                        <a:rPr lang="ko-KR"/>
                        <a:t>쿨타임</a:t>
                      </a:r>
                      <a:r>
                        <a:rPr lang="en-US" altLang="ko-KR"/>
                        <a:t>(s)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3 - (PHASE</a:t>
                      </a:r>
                      <a:r>
                        <a:rPr lang="en-US" altLang="ko-KR" baseline="0"/>
                        <a:t> 2) 1 - (PHASE 3) 1</a:t>
                      </a:r>
                      <a:endParaRPr lang="ko-KR"/>
                    </a:p>
                    <a:p>
                      <a:pPr latinLnBrk="1"/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407360"/>
                  </a:ext>
                </a:extLst>
              </a:tr>
              <a:tr h="5637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</a:t>
                      </a:r>
                      <a:r>
                        <a:rPr lang="ko-KR"/>
                        <a:t>사거리</a:t>
                      </a:r>
                      <a:r>
                        <a:rPr lang="en-US" altLang="ko-KR"/>
                        <a:t>(m)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800" b="0" i="0" u="none" strike="noStrike" noProof="0">
                          <a:latin typeface="맑은 고딕"/>
                          <a:ea typeface="맑은 고딕"/>
                        </a:rPr>
                        <a:t>12~16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5319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2797" y="1046525"/>
            <a:ext cx="3375973" cy="923330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컨셉</a:t>
            </a:r>
            <a:r>
              <a:rPr lang="en-US" altLang="ko-KR">
                <a:ea typeface="맑은 고딕"/>
              </a:rPr>
              <a:t>: </a:t>
            </a:r>
            <a:r>
              <a:rPr lang="ko-KR">
                <a:ea typeface="맑은 고딕"/>
              </a:rPr>
              <a:t>마력 구체를 발사해 공격한다</a:t>
            </a:r>
            <a:r>
              <a:rPr lang="en-US" altLang="ko-KR">
                <a:ea typeface="맑은 고딕"/>
              </a:rPr>
              <a:t>. </a:t>
            </a:r>
            <a:r>
              <a:rPr lang="ko-KR">
                <a:ea typeface="맑은 고딕"/>
              </a:rPr>
              <a:t>근거리 원거리에서 모두 사용 할 수 있다</a:t>
            </a:r>
            <a:r>
              <a:rPr lang="en-US" altLang="ko-KR">
                <a:ea typeface="맑은 고딕"/>
              </a:rPr>
              <a:t>.</a:t>
            </a:r>
            <a:endParaRPr lang="ko-KR">
              <a:ea typeface="맑은 고딕"/>
            </a:endParaRPr>
          </a:p>
        </p:txBody>
      </p:sp>
      <p:pic>
        <p:nvPicPr>
          <p:cNvPr id="10" name="그림 9" descr="우주, 천체, 스크린샷, 천문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CA07CE-6A04-5B82-1230-61F385FDC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17" y="2058838"/>
            <a:ext cx="4475491" cy="453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4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068" y="104440"/>
            <a:ext cx="5274732" cy="955675"/>
          </a:xfrm>
        </p:spPr>
        <p:txBody>
          <a:bodyPr numCol="1">
            <a:normAutofit/>
          </a:bodyPr>
          <a:lstStyle/>
          <a:p>
            <a:r>
              <a:rPr lang="ko-KR"/>
              <a:t>텔레포트</a:t>
            </a:r>
            <a:r>
              <a:rPr lang="en-US" altLang="ko-KR"/>
              <a:t>(</a:t>
            </a:r>
            <a:r>
              <a:rPr lang="ko-KR"/>
              <a:t>기본이동</a:t>
            </a:r>
            <a:r>
              <a:rPr lang="en-US" altLang="ko-KR"/>
              <a:t>)</a:t>
            </a:r>
            <a:endParaRPr lang="ko-KR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486779"/>
              </p:ext>
            </p:extLst>
          </p:nvPr>
        </p:nvGraphicFramePr>
        <p:xfrm>
          <a:off x="6726999" y="219198"/>
          <a:ext cx="5274734" cy="42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212758392"/>
                    </a:ext>
                  </a:extLst>
                </a:gridCol>
                <a:gridCol w="3158067">
                  <a:extLst>
                    <a:ext uri="{9D8B030D-6E8A-4147-A177-3AD203B41FA5}">
                      <a16:colId xmlns:a16="http://schemas.microsoft.com/office/drawing/2014/main" val="3980966964"/>
                    </a:ext>
                  </a:extLst>
                </a:gridCol>
              </a:tblGrid>
              <a:tr h="433607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  </a:t>
                      </a:r>
                      <a:r>
                        <a:rPr lang="ko-KR" altLang="en-US"/>
                        <a:t>  </a:t>
                      </a:r>
                      <a:r>
                        <a:rPr lang="ko-KR"/>
                        <a:t>항목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          </a:t>
                      </a:r>
                      <a:r>
                        <a:rPr lang="ko-KR" altLang="en-US"/>
                        <a:t> </a:t>
                      </a:r>
                      <a:r>
                        <a:rPr lang="ko-KR"/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722018"/>
                  </a:ext>
                </a:extLst>
              </a:tr>
              <a:tr h="433607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</a:t>
                      </a:r>
                      <a:r>
                        <a:rPr lang="ko-KR" altLang="en-US"/>
                        <a:t>   </a:t>
                      </a:r>
                      <a:r>
                        <a:rPr lang="ko-KR"/>
                        <a:t>스킬 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액티브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650698"/>
                  </a:ext>
                </a:extLst>
              </a:tr>
              <a:tr h="433607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</a:t>
                      </a:r>
                      <a:r>
                        <a:rPr lang="ko-KR" altLang="en-US"/>
                        <a:t>  </a:t>
                      </a:r>
                      <a:r>
                        <a:rPr lang="ko-KR"/>
                        <a:t>시전 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쿨타임 종료시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242696"/>
                  </a:ext>
                </a:extLst>
              </a:tr>
              <a:tr h="433607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</a:t>
                      </a:r>
                      <a:r>
                        <a:rPr lang="ko-KR" altLang="en-US"/>
                        <a:t> </a:t>
                      </a:r>
                      <a:r>
                        <a:rPr lang="ko-KR"/>
                        <a:t>시전 대상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자신</a:t>
                      </a:r>
                      <a:r>
                        <a:rPr lang="en-US" altLang="ko-KR"/>
                        <a:t>(</a:t>
                      </a:r>
                      <a:r>
                        <a:rPr lang="ko-KR"/>
                        <a:t>크로노</a:t>
                      </a:r>
                      <a:r>
                        <a:rPr lang="en-US" altLang="ko-KR"/>
                        <a:t>)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879788"/>
                  </a:ext>
                </a:extLst>
              </a:tr>
              <a:tr h="1072606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</a:t>
                      </a:r>
                      <a:r>
                        <a:rPr lang="ko-KR" altLang="en-US"/>
                        <a:t>   </a:t>
                      </a:r>
                      <a:r>
                        <a:rPr lang="ko-KR"/>
                        <a:t>쿨타임</a:t>
                      </a:r>
                      <a:r>
                        <a:rPr lang="en-US" altLang="ko-KR"/>
                        <a:t>(s)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/>
                        <a:t>텔레포트 다음 스킬 또는 기본 공격 사용 후 </a:t>
                      </a:r>
                      <a:r>
                        <a:rPr lang="en-US" altLang="ko-KR"/>
                        <a:t>3 – (PHASE</a:t>
                      </a:r>
                      <a:r>
                        <a:rPr lang="en-US" altLang="ko-KR" baseline="0"/>
                        <a:t> 2) 1 – (PHASE 3)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900307"/>
                  </a:ext>
                </a:extLst>
              </a:tr>
              <a:tr h="753106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텔레포트 </a:t>
                      </a:r>
                      <a:r>
                        <a:rPr lang="ko-KR" altLang="en-US"/>
                        <a:t>사용 후</a:t>
                      </a:r>
                      <a:r>
                        <a:rPr lang="ko-KR"/>
                        <a:t> 연속 사용 횟수</a:t>
                      </a:r>
                      <a:r>
                        <a:rPr lang="en-US" altLang="ko-KR"/>
                        <a:t>(</a:t>
                      </a:r>
                      <a:r>
                        <a:rPr lang="ko-KR"/>
                        <a:t>회</a:t>
                      </a:r>
                      <a:r>
                        <a:rPr lang="en-US" altLang="ko-KR"/>
                        <a:t>)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0~2 (</a:t>
                      </a:r>
                      <a:r>
                        <a:rPr lang="ko-KR"/>
                        <a:t>랜덤</a:t>
                      </a:r>
                      <a:r>
                        <a:rPr lang="en-US" altLang="ko-KR"/>
                        <a:t>)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882618"/>
                  </a:ext>
                </a:extLst>
              </a:tr>
              <a:tr h="4336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/>
                        <a:t>   </a:t>
                      </a:r>
                      <a:r>
                        <a:rPr lang="en-US" altLang="ko-KR" err="1"/>
                        <a:t>이동</a:t>
                      </a:r>
                      <a:r>
                        <a:rPr lang="en-US" altLang="ko-KR"/>
                        <a:t> </a:t>
                      </a:r>
                      <a:r>
                        <a:rPr lang="en-US" altLang="ko-KR" err="1"/>
                        <a:t>거리</a:t>
                      </a:r>
                      <a:r>
                        <a:rPr lang="en-US" altLang="ko-KR"/>
                        <a:t>(m)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맑은 고딕"/>
                          <a:ea typeface="맑은 고딕"/>
                        </a:rPr>
                        <a:t>최소</a:t>
                      </a:r>
                      <a:r>
                        <a:rPr lang="en-US" sz="1800" b="0" i="0" u="none" strike="noStrike" noProof="0">
                          <a:latin typeface="맑은 고딕"/>
                          <a:ea typeface="맑은 고딕"/>
                        </a:rPr>
                        <a:t> 4m ~ </a:t>
                      </a:r>
                      <a:r>
                        <a:rPr lang="en-US" sz="1800" b="0" i="0" u="none" strike="noStrike" noProof="0" err="1">
                          <a:latin typeface="맑은 고딕"/>
                          <a:ea typeface="맑은 고딕"/>
                        </a:rPr>
                        <a:t>최대</a:t>
                      </a:r>
                      <a:r>
                        <a:rPr lang="en-US" sz="1800" b="0" i="0" u="none" strike="noStrike" noProof="0">
                          <a:latin typeface="맑은 고딕"/>
                          <a:ea typeface="맑은 고딕"/>
                        </a:rPr>
                        <a:t> 10m (</a:t>
                      </a:r>
                      <a:r>
                        <a:rPr lang="en-US" sz="1800" b="0" i="0" u="none" strike="noStrike" noProof="0" err="1">
                          <a:latin typeface="맑은 고딕"/>
                          <a:ea typeface="맑은 고딕"/>
                        </a:rPr>
                        <a:t>자신</a:t>
                      </a:r>
                      <a:r>
                        <a:rPr lang="en-US" sz="1800" b="0" i="0" u="none" strike="noStrike" noProof="0"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lang="en-US" sz="1800" b="0" i="0" u="none" strike="noStrike" noProof="0">
                          <a:latin typeface="맑은 고딕"/>
                          <a:ea typeface="맑은 고딕"/>
                        </a:rPr>
                        <a:t> 2칸~5칸 내 </a:t>
                      </a:r>
                      <a:r>
                        <a:rPr lang="en-US" sz="1800" b="0" i="0" u="none" strike="noStrike" noProof="0" err="1">
                          <a:latin typeface="맑은 고딕"/>
                          <a:ea typeface="맑은 고딕"/>
                        </a:rPr>
                        <a:t>무작위</a:t>
                      </a:r>
                      <a:r>
                        <a:rPr lang="en-US" sz="1800" b="0" i="0" u="none" strike="noStrike" noProof="0">
                          <a:latin typeface="맑은 고딕"/>
                          <a:ea typeface="맑은 고딕"/>
                        </a:rPr>
                        <a:t>)</a:t>
                      </a:r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354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153" y="1065909"/>
            <a:ext cx="4168273" cy="923330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컨셉</a:t>
            </a:r>
            <a:r>
              <a:rPr lang="en-US" altLang="ko-KR">
                <a:ea typeface="맑은 고딕"/>
              </a:rPr>
              <a:t>: </a:t>
            </a:r>
            <a:r>
              <a:rPr lang="ko-KR">
                <a:ea typeface="맑은 고딕"/>
              </a:rPr>
              <a:t>텔레포트후 쿨타임이 공략 타이밍이다</a:t>
            </a:r>
            <a:r>
              <a:rPr lang="en-US" altLang="ko-KR">
                <a:ea typeface="맑은 고딕"/>
              </a:rPr>
              <a:t>. </a:t>
            </a:r>
            <a:r>
              <a:rPr lang="ko-KR">
                <a:ea typeface="맑은 고딕"/>
              </a:rPr>
              <a:t>하지만 페이즈 증가시 쿨타임이 줄어들어 공략타이밍이 없어진다</a:t>
            </a:r>
            <a:r>
              <a:rPr lang="en-US" altLang="ko-KR">
                <a:ea typeface="맑은 고딕"/>
              </a:rPr>
              <a:t>. </a:t>
            </a:r>
          </a:p>
        </p:txBody>
      </p:sp>
      <p:pic>
        <p:nvPicPr>
          <p:cNvPr id="7" name="그림 6" descr="원, 스크린샷, 천체, 우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25CE39-9E2F-B5CF-F764-461C22544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39" y="2197670"/>
            <a:ext cx="4417982" cy="440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4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DCBB9-7064-9D1E-E913-2016C4C33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415"/>
            <a:ext cx="3918285" cy="1345615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회피 텔레포트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EE453-6EF7-A732-88E3-853631076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046"/>
            <a:ext cx="3773703" cy="836607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buNone/>
            </a:pPr>
            <a:r>
              <a:rPr lang="ko-KR" altLang="en-US" sz="1800">
                <a:ea typeface="맑은 고딕"/>
              </a:rPr>
              <a:t>컨셉: 기본 이동에서 쓰던 텔레포트를 이용해 보스 자신의 뒤로 텔레포트해 회피한다.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6D942C9-C737-936C-EF0A-6B8C0E262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557704"/>
              </p:ext>
            </p:extLst>
          </p:nvPr>
        </p:nvGraphicFramePr>
        <p:xfrm>
          <a:off x="6280251" y="167832"/>
          <a:ext cx="5645976" cy="2495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433">
                  <a:extLst>
                    <a:ext uri="{9D8B030D-6E8A-4147-A177-3AD203B41FA5}">
                      <a16:colId xmlns:a16="http://schemas.microsoft.com/office/drawing/2014/main" val="300756142"/>
                    </a:ext>
                  </a:extLst>
                </a:gridCol>
                <a:gridCol w="4265543">
                  <a:extLst>
                    <a:ext uri="{9D8B030D-6E8A-4147-A177-3AD203B41FA5}">
                      <a16:colId xmlns:a16="http://schemas.microsoft.com/office/drawing/2014/main" val="223825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 항목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                   내용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7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스킬 타입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액티브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34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시전 조건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PC에게 6 - (PHASE 2) 1 - (PHASE 3) 1회 연속 타격시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650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시전 대상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자신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458279"/>
                  </a:ext>
                </a:extLst>
              </a:tr>
              <a:tr h="371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쿨타임(s)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269598"/>
                  </a:ext>
                </a:extLst>
              </a:tr>
              <a:tr h="37122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 사거리(m)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730603"/>
                  </a:ext>
                </a:extLst>
              </a:tr>
            </a:tbl>
          </a:graphicData>
        </a:graphic>
      </p:graphicFrame>
      <p:pic>
        <p:nvPicPr>
          <p:cNvPr id="9" name="그림 8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7C76E3-4104-7523-AC59-4E1D458D3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23" y="2149865"/>
            <a:ext cx="4393720" cy="43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02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38BAF-9E84-5D68-4883-A57BA3F7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963" y="4178"/>
            <a:ext cx="2664995" cy="1345615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부하 소환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E7A430-DA19-3423-8598-A1DA241D9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988" y="1141655"/>
            <a:ext cx="3417551" cy="942391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buNone/>
            </a:pPr>
            <a:r>
              <a:rPr lang="ko-KR" altLang="en-US" sz="1800">
                <a:ea typeface="맑은 고딕"/>
              </a:rPr>
              <a:t>컨셉: 품에서 구체를 던진다. 몇초뒤 구체는 자폭후 시간 감속을 부여하는 부하로 변한다.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2461BD8-CFEC-6345-B737-C45436E4A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547336"/>
              </p:ext>
            </p:extLst>
          </p:nvPr>
        </p:nvGraphicFramePr>
        <p:xfrm>
          <a:off x="6489495" y="176695"/>
          <a:ext cx="5213742" cy="5232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673">
                  <a:extLst>
                    <a:ext uri="{9D8B030D-6E8A-4147-A177-3AD203B41FA5}">
                      <a16:colId xmlns:a16="http://schemas.microsoft.com/office/drawing/2014/main" val="1469162217"/>
                    </a:ext>
                  </a:extLst>
                </a:gridCol>
                <a:gridCol w="3709069">
                  <a:extLst>
                    <a:ext uri="{9D8B030D-6E8A-4147-A177-3AD203B41FA5}">
                      <a16:colId xmlns:a16="http://schemas.microsoft.com/office/drawing/2014/main" val="3311018217"/>
                    </a:ext>
                  </a:extLst>
                </a:gridCol>
              </a:tblGrid>
              <a:tr h="3865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  항목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                내용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787315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스킬 타입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액티브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568321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시전 조건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텔레포트(기본이동) 후 쿨타임이 없을시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62062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  피해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크로노 공격력 * 0.7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138159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개수(개)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40568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투사체 속도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/>
                        <a:t>    (m/s)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800" b="0" i="0" u="none" strike="noStrike" noProof="0">
                          <a:latin typeface="맑은 고딕"/>
                          <a:ea typeface="맑은 고딕"/>
                        </a:rPr>
                        <a:t>12</a:t>
                      </a:r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387921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쿨타임(s)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10 - (PHASE 2) 1 - (PHASE 3) 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933350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사거리(m)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800" b="0" i="0" u="none" strike="noStrike" noProof="0">
                          <a:latin typeface="맑은 고딕"/>
                          <a:ea typeface="맑은 고딕"/>
                        </a:rPr>
                        <a:t>8</a:t>
                      </a:r>
                      <a:endParaRPr lang="ko-KR" sz="1800" b="0" i="0" u="none" strike="noStrike" noProof="0">
                        <a:latin typeface="맑은 고딕"/>
                        <a:ea typeface="맑은 고딕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646814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   부하 HP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1,500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447602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 자폭 데미지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>
                          <a:latin typeface="맑은 고딕"/>
                          <a:ea typeface="맑은 고딕"/>
                        </a:rPr>
                        <a:t>PC 전체 HP의 10%</a:t>
                      </a:r>
                      <a:endParaRPr 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99670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  시간 감속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PC 스킬 쿨타임 증가 및 속도 감소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586100"/>
                  </a:ext>
                </a:extLst>
              </a:tr>
              <a:tr h="3189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시간 감속 지속 시간(s)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3 (</a:t>
                      </a: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쿨타임 증가는 스킬 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쿨타임</a:t>
                      </a: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다 돌때 까지 유지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367303"/>
                  </a:ext>
                </a:extLst>
              </a:tr>
            </a:tbl>
          </a:graphicData>
        </a:graphic>
      </p:graphicFrame>
      <p:pic>
        <p:nvPicPr>
          <p:cNvPr id="8" name="그림 7" descr="스크린샷, 원, 천체, 우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07E914-1670-F0A0-C8BF-49D5AFA1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8" y="2264883"/>
            <a:ext cx="4374491" cy="434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6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/>
              <a:t>부하 몬스터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594682" y="5564929"/>
            <a:ext cx="4372226" cy="1383673"/>
          </a:xfrm>
        </p:spPr>
        <p:txBody>
          <a:bodyPr numCol="1"/>
          <a:lstStyle/>
          <a:p>
            <a:endParaRPr lang="ko-KR">
              <a:hlinkClick r:id="rId2"/>
            </a:endParaRPr>
          </a:p>
          <a:p>
            <a:endParaRPr lang="ko-KR"/>
          </a:p>
        </p:txBody>
      </p:sp>
      <p:pic>
        <p:nvPicPr>
          <p:cNvPr id="1026" name="Picture 2" descr="https://i1-e.pinimg.com/736x/85/a2/f2/85a2f2e4820d0de061a4df8c9a7e282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24202" y="2022763"/>
            <a:ext cx="2719444" cy="287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62359"/>
              </p:ext>
            </p:extLst>
          </p:nvPr>
        </p:nvGraphicFramePr>
        <p:xfrm>
          <a:off x="3324201" y="4922965"/>
          <a:ext cx="2695219" cy="423948"/>
        </p:xfrm>
        <a:graphic>
          <a:graphicData uri="http://schemas.openxmlformats.org/drawingml/2006/table">
            <a:tbl>
              <a:tblPr/>
              <a:tblGrid>
                <a:gridCol w="2695219">
                  <a:extLst>
                    <a:ext uri="{9D8B030D-6E8A-4147-A177-3AD203B41FA5}">
                      <a16:colId xmlns:a16="http://schemas.microsoft.com/office/drawing/2014/main" val="2582079611"/>
                    </a:ext>
                  </a:extLst>
                </a:gridCol>
              </a:tblGrid>
              <a:tr h="423948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     컨셉 이미지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21121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21212"/>
              </p:ext>
            </p:extLst>
          </p:nvPr>
        </p:nvGraphicFramePr>
        <p:xfrm>
          <a:off x="6015789" y="2035342"/>
          <a:ext cx="3203644" cy="3326630"/>
        </p:xfrm>
        <a:graphic>
          <a:graphicData uri="http://schemas.openxmlformats.org/drawingml/2006/table">
            <a:tbl>
              <a:tblPr/>
              <a:tblGrid>
                <a:gridCol w="1382686">
                  <a:extLst>
                    <a:ext uri="{9D8B030D-6E8A-4147-A177-3AD203B41FA5}">
                      <a16:colId xmlns:a16="http://schemas.microsoft.com/office/drawing/2014/main" val="459648304"/>
                    </a:ext>
                  </a:extLst>
                </a:gridCol>
                <a:gridCol w="1820958">
                  <a:extLst>
                    <a:ext uri="{9D8B030D-6E8A-4147-A177-3AD203B41FA5}">
                      <a16:colId xmlns:a16="http://schemas.microsoft.com/office/drawing/2014/main" val="3677583513"/>
                    </a:ext>
                  </a:extLst>
                </a:gridCol>
              </a:tblGrid>
              <a:tr h="458423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몬스터 명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/>
                        <a:t>   </a:t>
                      </a:r>
                      <a:r>
                        <a:rPr lang="ko-KR"/>
                        <a:t>   실패작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81898"/>
                  </a:ext>
                </a:extLst>
              </a:tr>
              <a:tr h="488320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 포지션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      </a:t>
                      </a:r>
                      <a:r>
                        <a:rPr lang="en-US" altLang="ko-KR"/>
                        <a:t> </a:t>
                      </a:r>
                      <a:r>
                        <a:rPr lang="ko-KR"/>
                        <a:t>방해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00475"/>
                  </a:ext>
                </a:extLst>
              </a:tr>
              <a:tr h="4683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/>
                        <a:t> </a:t>
                      </a:r>
                      <a:r>
                        <a:rPr lang="ko-KR"/>
                        <a:t>   크기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 초소형</a:t>
                      </a:r>
                      <a:r>
                        <a:rPr lang="en-US" altLang="ko-KR"/>
                        <a:t>, </a:t>
                      </a:r>
                      <a:r>
                        <a:rPr lang="ko-KR"/>
                        <a:t>소형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642468"/>
                  </a:ext>
                </a:extLst>
              </a:tr>
              <a:tr h="448458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사용 스킬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자폭</a:t>
                      </a:r>
                      <a:r>
                        <a:rPr lang="en-US" altLang="ko-KR"/>
                        <a:t>+</a:t>
                      </a:r>
                      <a:r>
                        <a:rPr lang="ko-KR"/>
                        <a:t>시간 감속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20290"/>
                  </a:ext>
                </a:extLst>
              </a:tr>
              <a:tr h="1454998"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 </a:t>
                      </a:r>
                      <a:endParaRPr lang="en-US" altLang="ko-KR"/>
                    </a:p>
                    <a:p>
                      <a:pPr latinLnBrk="1"/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 </a:t>
                      </a:r>
                      <a:r>
                        <a:rPr lang="ko-KR"/>
                        <a:t>행동 패턴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/>
                        <a:t>소환 후 </a:t>
                      </a:r>
                      <a:r>
                        <a:rPr lang="en-US" altLang="ko-KR"/>
                        <a:t>PC</a:t>
                      </a:r>
                      <a:r>
                        <a:rPr lang="en-US" altLang="ko-KR" baseline="0"/>
                        <a:t> </a:t>
                      </a:r>
                      <a:r>
                        <a:rPr lang="ko-KR" baseline="0"/>
                        <a:t>근처로가 </a:t>
                      </a:r>
                      <a:r>
                        <a:rPr lang="ko-KR" altLang="en-US" baseline="0"/>
                        <a:t>자폭</a:t>
                      </a:r>
                      <a:r>
                        <a:rPr lang="en-US" altLang="en-US" baseline="0"/>
                        <a:t>.</a:t>
                      </a:r>
                      <a:r>
                        <a:rPr lang="ko-KR" baseline="0"/>
                        <a:t> 자폭 성공시 </a:t>
                      </a:r>
                      <a:r>
                        <a:rPr lang="en-US" altLang="ko-KR" baseline="0"/>
                        <a:t>PC </a:t>
                      </a:r>
                      <a:r>
                        <a:rPr lang="ko-KR" baseline="0"/>
                        <a:t>에게 시간 감속 부여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88624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749442"/>
              </p:ext>
            </p:extLst>
          </p:nvPr>
        </p:nvGraphicFramePr>
        <p:xfrm>
          <a:off x="3328736" y="2025315"/>
          <a:ext cx="2693322" cy="2887558"/>
        </p:xfrm>
        <a:graphic>
          <a:graphicData uri="http://schemas.openxmlformats.org/drawingml/2006/table">
            <a:tbl>
              <a:tblPr/>
              <a:tblGrid>
                <a:gridCol w="2693322">
                  <a:extLst>
                    <a:ext uri="{9D8B030D-6E8A-4147-A177-3AD203B41FA5}">
                      <a16:colId xmlns:a16="http://schemas.microsoft.com/office/drawing/2014/main" val="1300382786"/>
                    </a:ext>
                  </a:extLst>
                </a:gridCol>
              </a:tblGrid>
              <a:tr h="2887558">
                <a:tc>
                  <a:txBody>
                    <a:bodyPr/>
                    <a:lstStyle/>
                    <a:p>
                      <a:pPr latinLnBrk="1"/>
                      <a:endParaRPr lang="ko-KR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57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31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13A0B-9933-C406-5ECA-F02CECCF2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8"/>
            <a:ext cx="2695074" cy="1345615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시간 정지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AE166A-C6C0-17C6-452C-481B72CDF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332" y="1093703"/>
            <a:ext cx="5298776" cy="1574049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buNone/>
            </a:pPr>
            <a:r>
              <a:rPr lang="ko-KR" altLang="en-US" sz="1800">
                <a:ea typeface="맑은 고딕"/>
              </a:rPr>
              <a:t>컨셉: 자신 일정 반경 내에 구조물을 소환한다. 시간내에 파괴 실패시 PC 시간 정지(이동 불가, 스킬 사용 불가)를 적용한다. 시간 내에 파괴 성공시 보스가 스턴 상태가 된다.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4B859D-91FC-5F76-4CC5-868BF4E47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682097"/>
              </p:ext>
            </p:extLst>
          </p:nvPr>
        </p:nvGraphicFramePr>
        <p:xfrm>
          <a:off x="6417325" y="367229"/>
          <a:ext cx="5266843" cy="4919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030">
                  <a:extLst>
                    <a:ext uri="{9D8B030D-6E8A-4147-A177-3AD203B41FA5}">
                      <a16:colId xmlns:a16="http://schemas.microsoft.com/office/drawing/2014/main" val="126202764"/>
                    </a:ext>
                  </a:extLst>
                </a:gridCol>
                <a:gridCol w="2670813">
                  <a:extLst>
                    <a:ext uri="{9D8B030D-6E8A-4147-A177-3AD203B41FA5}">
                      <a16:colId xmlns:a16="http://schemas.microsoft.com/office/drawing/2014/main" val="2995000445"/>
                    </a:ext>
                  </a:extLst>
                </a:gridCol>
              </a:tblGrid>
              <a:tr h="3609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        항목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         내용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928901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       스킬 타입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액티브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560696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       시전 조건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텔레포트 후 쿨타임이 끝났을시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150408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       쿨타임(s)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50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906780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구조물 소환 개수(개)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633388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 구조물 소환 범위(r)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302540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      구조물 HP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>
                          <a:latin typeface="맑은 고딕"/>
                          <a:ea typeface="맑은 고딕"/>
                        </a:rPr>
                        <a:t>PC 1인 딜량의 4~5초분</a:t>
                      </a:r>
                      <a:endParaRPr 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749280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시간 정지 지속시간(s)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640904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    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       특이 사항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시전 시간 동안 보스 이동 및 스킬 사용 불가, 무적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296675"/>
                  </a:ext>
                </a:extLst>
              </a:tr>
              <a:tr h="4285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보스 스턴 지속시간(s)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042058"/>
                  </a:ext>
                </a:extLst>
              </a:tr>
            </a:tbl>
          </a:graphicData>
        </a:graphic>
      </p:graphicFrame>
      <p:pic>
        <p:nvPicPr>
          <p:cNvPr id="7" name="그림 6" descr="원, 스크린샷, 우주, 천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4AD504-8C4D-54C1-6052-0DF8ABAB2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32" y="2370377"/>
            <a:ext cx="4249947" cy="436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4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8702D-5CD7-F224-D791-AA429DB5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8"/>
            <a:ext cx="3390485" cy="1349966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시간 되감기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6AB1AC-6D52-A707-E8A7-51C54F712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3730"/>
            <a:ext cx="4512485" cy="1141780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buNone/>
            </a:pPr>
            <a:r>
              <a:rPr lang="ko-KR" altLang="en-US" sz="1800">
                <a:ea typeface="맑은 고딕"/>
              </a:rPr>
              <a:t>컨셉: 시간을 되감아 자신의 HP를 회복한다. 지속 시간 동안 일정 횟수 공격 받을시 시전이 취소되고 시전 시간동안 회복된 HP만큼 데미지를 입는다.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9EA2517-2060-C11E-740C-F37E2BA04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10241"/>
              </p:ext>
            </p:extLst>
          </p:nvPr>
        </p:nvGraphicFramePr>
        <p:xfrm>
          <a:off x="6297662" y="276764"/>
          <a:ext cx="5393247" cy="3235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065">
                  <a:extLst>
                    <a:ext uri="{9D8B030D-6E8A-4147-A177-3AD203B41FA5}">
                      <a16:colId xmlns:a16="http://schemas.microsoft.com/office/drawing/2014/main" val="1666253951"/>
                    </a:ext>
                  </a:extLst>
                </a:gridCol>
                <a:gridCol w="3916182">
                  <a:extLst>
                    <a:ext uri="{9D8B030D-6E8A-4147-A177-3AD203B41FA5}">
                      <a16:colId xmlns:a16="http://schemas.microsoft.com/office/drawing/2014/main" val="1960200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  항목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                  내용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45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스킬 타입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액티브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39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시전 조건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텔레포트(회피) 후 쿨타임이 없을 시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4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시전 대상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자신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52226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지속 시간(s)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22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HP 회복량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시간(s) * 1%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0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  쿨타임(s)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30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16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 시전 취소  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/>
                        <a:t>  횟수(회)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592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03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D02A0-78A9-0E0D-C829-55B4712A7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21" y="4178"/>
            <a:ext cx="2644943" cy="136566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비상 탈출</a:t>
            </a:r>
            <a:endParaRPr lang="ko-KR" altLang="en-US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25698811-C2AD-50DD-F0E7-8DC43B220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4327675"/>
              </p:ext>
            </p:extLst>
          </p:nvPr>
        </p:nvGraphicFramePr>
        <p:xfrm>
          <a:off x="6918158" y="340894"/>
          <a:ext cx="4428184" cy="27056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4789">
                  <a:extLst>
                    <a:ext uri="{9D8B030D-6E8A-4147-A177-3AD203B41FA5}">
                      <a16:colId xmlns:a16="http://schemas.microsoft.com/office/drawing/2014/main" val="539359006"/>
                    </a:ext>
                  </a:extLst>
                </a:gridCol>
                <a:gridCol w="2603395">
                  <a:extLst>
                    <a:ext uri="{9D8B030D-6E8A-4147-A177-3AD203B41FA5}">
                      <a16:colId xmlns:a16="http://schemas.microsoft.com/office/drawing/2014/main" val="2978582947"/>
                    </a:ext>
                  </a:extLst>
                </a:gridCol>
              </a:tblGrid>
              <a:tr h="33746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altLang="en-US" sz="18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      </a:t>
                      </a:r>
                      <a:r>
                        <a:rPr lang="ko-KR" sz="18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항목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altLang="en-US" sz="18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           </a:t>
                      </a:r>
                      <a:r>
                        <a:rPr lang="ko-KR" sz="18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내용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22057"/>
                  </a:ext>
                </a:extLst>
              </a:tr>
              <a:tr h="399624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</a:t>
                      </a:r>
                      <a:r>
                        <a:rPr lang="ko-KR" altLang="en-US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  </a:t>
                      </a:r>
                      <a:r>
                        <a:rPr lang="ko-KR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스킬 타입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sz="18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액티브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618793"/>
                  </a:ext>
                </a:extLst>
              </a:tr>
              <a:tr h="340893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 </a:t>
                      </a:r>
                      <a:r>
                        <a:rPr lang="ko-KR" altLang="en-US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 </a:t>
                      </a:r>
                      <a:r>
                        <a:rPr lang="ko-KR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시전 조건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altLang="en-US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HP 1% 도달시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424149"/>
                  </a:ext>
                </a:extLst>
              </a:tr>
              <a:tr h="532832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altLang="en-US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 실패 시간(s)</a:t>
                      </a:r>
                      <a:endParaRPr lang="ko-KR" sz="18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altLang="en-US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30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07740"/>
                  </a:ext>
                </a:extLst>
              </a:tr>
              <a:tr h="399624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altLang="en-US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이동 속도(m/s)</a:t>
                      </a:r>
                      <a:endParaRPr lang="ko-KR" sz="18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ts val="2025"/>
                        </a:lnSpc>
                        <a:buNone/>
                      </a:pP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9~10</a:t>
                      </a:r>
                      <a:endParaRPr lang="ko-KR"/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151565"/>
                  </a:ext>
                </a:extLst>
              </a:tr>
              <a:tr h="691815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ko-KR" altLang="en-US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부활 성공시</a:t>
                      </a:r>
                      <a:endParaRPr lang="ko-KR"/>
                    </a:p>
                    <a:p>
                      <a:pPr marL="0" marR="0" lvl="0" indent="0" algn="l">
                        <a:lnSpc>
                          <a:spcPts val="2025"/>
                        </a:lnSpc>
                        <a:buNone/>
                      </a:pPr>
                      <a:r>
                        <a:rPr lang="ko-KR" altLang="en-US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    HP(%)        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US" altLang="ko-KR" sz="18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</a:t>
                      </a:r>
                      <a:endParaRPr lang="ko-KR" sz="18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499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F2B758D-28B4-7D07-86A0-2787409D3EE7}"/>
              </a:ext>
            </a:extLst>
          </p:cNvPr>
          <p:cNvSpPr txBox="1"/>
          <p:nvPr/>
        </p:nvSpPr>
        <p:spPr>
          <a:xfrm>
            <a:off x="481262" y="1052762"/>
            <a:ext cx="535405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컨셉: 더 이상가면 위험하겠다고 판단해 몸을 버리고 머리만 탈출한다.(시간벌기). 일정 시간뒤 살아있다면 새로운 몸이 완성되면 부활한다. 스킬은 사용 불가이다.</a:t>
            </a:r>
          </a:p>
        </p:txBody>
      </p:sp>
    </p:spTree>
    <p:extLst>
      <p:ext uri="{BB962C8B-B14F-4D97-AF65-F5344CB8AC3E}">
        <p14:creationId xmlns:p14="http://schemas.microsoft.com/office/powerpoint/2010/main" val="2765430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70E5605B-9175-AD21-47F7-590117DED014}"/>
              </a:ext>
            </a:extLst>
          </p:cNvPr>
          <p:cNvSpPr/>
          <p:nvPr/>
        </p:nvSpPr>
        <p:spPr>
          <a:xfrm>
            <a:off x="1714500" y="5434263"/>
            <a:ext cx="1724526" cy="451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FFB5754-4D4C-1FE7-DE89-0A58513EFD5C}"/>
              </a:ext>
            </a:extLst>
          </p:cNvPr>
          <p:cNvCxnSpPr/>
          <p:nvPr/>
        </p:nvCxnSpPr>
        <p:spPr>
          <a:xfrm>
            <a:off x="2316079" y="4060657"/>
            <a:ext cx="2987841" cy="0"/>
          </a:xfrm>
          <a:prstGeom prst="straightConnector1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127141-6935-38EA-6155-9971EDD4FB55}"/>
              </a:ext>
            </a:extLst>
          </p:cNvPr>
          <p:cNvSpPr/>
          <p:nvPr/>
        </p:nvSpPr>
        <p:spPr>
          <a:xfrm>
            <a:off x="1684419" y="4582025"/>
            <a:ext cx="2005263" cy="41107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316FF-2F0D-774C-226E-689FFF921B27}"/>
              </a:ext>
            </a:extLst>
          </p:cNvPr>
          <p:cNvSpPr/>
          <p:nvPr/>
        </p:nvSpPr>
        <p:spPr>
          <a:xfrm>
            <a:off x="7730289" y="1574131"/>
            <a:ext cx="1945105" cy="6116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A7B18C-4350-A0DE-022E-249025825277}"/>
              </a:ext>
            </a:extLst>
          </p:cNvPr>
          <p:cNvSpPr/>
          <p:nvPr/>
        </p:nvSpPr>
        <p:spPr>
          <a:xfrm>
            <a:off x="4602079" y="3258553"/>
            <a:ext cx="1263315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811240-3CC4-B71D-054D-F2ECAF89ACD6}"/>
              </a:ext>
            </a:extLst>
          </p:cNvPr>
          <p:cNvSpPr/>
          <p:nvPr/>
        </p:nvSpPr>
        <p:spPr>
          <a:xfrm>
            <a:off x="3168316" y="3248526"/>
            <a:ext cx="1173077" cy="481263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B7F8C1-58F1-34A5-97AC-A9D6AC305B7B}"/>
              </a:ext>
            </a:extLst>
          </p:cNvPr>
          <p:cNvSpPr/>
          <p:nvPr/>
        </p:nvSpPr>
        <p:spPr>
          <a:xfrm>
            <a:off x="1724526" y="3248525"/>
            <a:ext cx="1173078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8214AF-AD5A-5188-1E4D-0F521B130E00}"/>
              </a:ext>
            </a:extLst>
          </p:cNvPr>
          <p:cNvSpPr/>
          <p:nvPr/>
        </p:nvSpPr>
        <p:spPr>
          <a:xfrm>
            <a:off x="5163553" y="1534026"/>
            <a:ext cx="1694447" cy="64168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232CB9-565C-A61F-D02E-13F2FFD3E42D}"/>
              </a:ext>
            </a:extLst>
          </p:cNvPr>
          <p:cNvSpPr/>
          <p:nvPr/>
        </p:nvSpPr>
        <p:spPr>
          <a:xfrm>
            <a:off x="3188368" y="1534025"/>
            <a:ext cx="1153027" cy="641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5678D2-511D-9E18-E20B-4F22042CD4B0}"/>
              </a:ext>
            </a:extLst>
          </p:cNvPr>
          <p:cNvSpPr/>
          <p:nvPr/>
        </p:nvSpPr>
        <p:spPr>
          <a:xfrm>
            <a:off x="751974" y="1534026"/>
            <a:ext cx="1353553" cy="641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>
                <a:ea typeface="맑은 고딕"/>
              </a:rPr>
              <a:t>전투 예상 흐름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(</a:t>
            </a:r>
            <a:r>
              <a:rPr lang="ko-KR">
                <a:ea typeface="맑은 고딕"/>
              </a:rPr>
              <a:t>페이즈 </a:t>
            </a:r>
            <a:r>
              <a:rPr lang="en-US" altLang="ko-KR">
                <a:ea typeface="맑은 고딕"/>
              </a:rPr>
              <a:t>1)</a:t>
            </a:r>
            <a:endParaRPr lang="ko-KR">
              <a:ea typeface="맑은 고딕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838200" y="1690688"/>
            <a:ext cx="1769533" cy="561975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buNone/>
            </a:pPr>
            <a:r>
              <a:rPr lang="ko-KR" sz="1800">
                <a:ea typeface="맑은 고딕"/>
              </a:rPr>
              <a:t>전투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3547" y="1670433"/>
            <a:ext cx="1161791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텔레포트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397" y="3314671"/>
            <a:ext cx="1321913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기본 공격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99" y="3316636"/>
            <a:ext cx="1261588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부하 소환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4920" y="3305117"/>
            <a:ext cx="1222989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시간 정지</a:t>
            </a:r>
          </a:p>
        </p:txBody>
      </p:sp>
      <p:cxnSp>
        <p:nvCxnSpPr>
          <p:cNvPr id="12" name="직선 화살표 연결선 11"/>
          <p:cNvCxnSpPr>
            <a:cxnSpLocks/>
          </p:cNvCxnSpPr>
          <p:nvPr/>
        </p:nvCxnSpPr>
        <p:spPr>
          <a:xfrm>
            <a:off x="2106417" y="1901492"/>
            <a:ext cx="1067024" cy="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263439"/>
              </p:ext>
            </p:extLst>
          </p:nvPr>
        </p:nvGraphicFramePr>
        <p:xfrm>
          <a:off x="8161421" y="4993105"/>
          <a:ext cx="4027108" cy="1866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105">
                  <a:extLst>
                    <a:ext uri="{9D8B030D-6E8A-4147-A177-3AD203B41FA5}">
                      <a16:colId xmlns:a16="http://schemas.microsoft.com/office/drawing/2014/main" val="2026750268"/>
                    </a:ext>
                  </a:extLst>
                </a:gridCol>
                <a:gridCol w="686886">
                  <a:extLst>
                    <a:ext uri="{9D8B030D-6E8A-4147-A177-3AD203B41FA5}">
                      <a16:colId xmlns:a16="http://schemas.microsoft.com/office/drawing/2014/main" val="3591799407"/>
                    </a:ext>
                  </a:extLst>
                </a:gridCol>
                <a:gridCol w="2157117">
                  <a:extLst>
                    <a:ext uri="{9D8B030D-6E8A-4147-A177-3AD203B41FA5}">
                      <a16:colId xmlns:a16="http://schemas.microsoft.com/office/drawing/2014/main" val="1098237149"/>
                    </a:ext>
                  </a:extLst>
                </a:gridCol>
              </a:tblGrid>
              <a:tr h="297323">
                <a:tc>
                  <a:txBody>
                    <a:bodyPr/>
                    <a:lstStyle/>
                    <a:p>
                      <a:pPr latinLnBrk="1"/>
                      <a:r>
                        <a:rPr lang="ko-KR" sz="1000"/>
                        <a:t>       </a:t>
                      </a:r>
                      <a:r>
                        <a:rPr lang="ko-KR" altLang="en-US" sz="1000"/>
                        <a:t> </a:t>
                      </a:r>
                      <a:r>
                        <a:rPr lang="ko-KR" sz="1000"/>
                        <a:t>스킬 </a:t>
                      </a:r>
                      <a:r>
                        <a:rPr lang="ko-KR" altLang="en-US" sz="1000"/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sz="1000"/>
                        <a:t> </a:t>
                      </a:r>
                      <a:r>
                        <a:rPr lang="ko-KR" altLang="en-US" sz="1000"/>
                        <a:t> </a:t>
                      </a:r>
                      <a:r>
                        <a:rPr lang="ko-KR" sz="1000"/>
                        <a:t>확률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sz="1000"/>
                        <a:t>                 </a:t>
                      </a:r>
                      <a:r>
                        <a:rPr lang="ko-KR" altLang="en-US" sz="1000"/>
                        <a:t>                   </a:t>
                      </a:r>
                      <a:r>
                        <a:rPr lang="ko-KR" sz="1000"/>
                        <a:t>공략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28969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     </a:t>
                      </a:r>
                      <a:r>
                        <a:rPr lang="ko-KR" sz="1000"/>
                        <a:t>기본 공격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   50%</a:t>
                      </a:r>
                      <a:endParaRPr lang="ko-KR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sz="1000"/>
                        <a:t>잘 보고 피하기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617823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   </a:t>
                      </a:r>
                      <a:r>
                        <a:rPr lang="ko-KR" sz="1000"/>
                        <a:t> 부하 소환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   30%</a:t>
                      </a:r>
                      <a:endParaRPr lang="ko-KR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sz="1000"/>
                        <a:t>소환된 부하의 빠른 제거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898419"/>
                  </a:ext>
                </a:extLst>
              </a:tr>
              <a:tr h="2973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     </a:t>
                      </a:r>
                      <a:r>
                        <a:rPr lang="ko-KR" sz="1000"/>
                        <a:t>시간 정지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   20%</a:t>
                      </a:r>
                      <a:endParaRPr lang="ko-KR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sz="1000"/>
                        <a:t>시간내 소환된 구조물 파괴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976229"/>
                  </a:ext>
                </a:extLst>
              </a:tr>
              <a:tr h="351382">
                <a:tc>
                  <a:txBody>
                    <a:bodyPr/>
                    <a:lstStyle/>
                    <a:p>
                      <a:pPr latinLnBrk="1"/>
                      <a:r>
                        <a:rPr lang="ko-KR" sz="1000"/>
                        <a:t>  </a:t>
                      </a:r>
                      <a:r>
                        <a:rPr lang="ko-KR" altLang="en-US" sz="1000"/>
                        <a:t>     </a:t>
                      </a:r>
                      <a:r>
                        <a:rPr lang="ko-KR" sz="1000"/>
                        <a:t>텔레포트</a:t>
                      </a:r>
                      <a:endParaRPr lang="ko-KR" altLang="en-US"/>
                    </a:p>
                    <a:p>
                      <a:pPr lvl="0">
                        <a:buNone/>
                      </a:pPr>
                      <a:r>
                        <a:rPr lang="en-US" altLang="ko-KR" sz="1000"/>
                        <a:t>    (</a:t>
                      </a:r>
                      <a:r>
                        <a:rPr lang="en-US" altLang="ko-KR" sz="1000" err="1"/>
                        <a:t>기본이동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    X</a:t>
                      </a:r>
                      <a:endParaRPr lang="ko-KR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sz="1000"/>
                        <a:t>텔레포트의 쿨타임 동안 공격</a:t>
                      </a:r>
                      <a:r>
                        <a:rPr lang="en-US" altLang="ko-KR" sz="1000"/>
                        <a:t>(</a:t>
                      </a:r>
                      <a:r>
                        <a:rPr lang="ko-KR" sz="1000"/>
                        <a:t>넉넉함</a:t>
                      </a:r>
                      <a:r>
                        <a:rPr lang="en-US" altLang="ko-KR" sz="1000"/>
                        <a:t>)</a:t>
                      </a:r>
                      <a:endParaRPr lang="ko-KR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761638"/>
                  </a:ext>
                </a:extLst>
              </a:tr>
              <a:tr h="2807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  회피 텔레포트</a:t>
                      </a:r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000"/>
                        <a:t>    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000"/>
                        <a:t>5회 </a:t>
                      </a:r>
                      <a:r>
                        <a:rPr lang="en-US" altLang="ko-KR" sz="1000" err="1"/>
                        <a:t>이하로</a:t>
                      </a:r>
                      <a:r>
                        <a:rPr lang="en-US" altLang="ko-KR" sz="1000"/>
                        <a:t> </a:t>
                      </a:r>
                      <a:r>
                        <a:rPr lang="en-US" altLang="ko-KR" sz="1000" err="1"/>
                        <a:t>공격한다</a:t>
                      </a:r>
                      <a:r>
                        <a:rPr lang="en-US" altLang="ko-KR" sz="1000"/>
                        <a:t>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861448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236561" y="1665444"/>
            <a:ext cx="1546757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en-US" altLang="ko-KR">
                <a:ea typeface="맑은 고딕"/>
              </a:rPr>
              <a:t>HP 70% </a:t>
            </a:r>
            <a:r>
              <a:rPr lang="ko-KR">
                <a:ea typeface="맑은 고딕"/>
              </a:rPr>
              <a:t>도달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6245" y="1690486"/>
            <a:ext cx="1874991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페이즈 </a:t>
            </a:r>
            <a:r>
              <a:rPr lang="en-US" altLang="ko-KR">
                <a:ea typeface="맑은 고딕"/>
              </a:rPr>
              <a:t>2</a:t>
            </a:r>
            <a:r>
              <a:rPr lang="ko-KR">
                <a:ea typeface="맑은 고딕"/>
              </a:rPr>
              <a:t>로 이동</a:t>
            </a:r>
          </a:p>
        </p:txBody>
      </p:sp>
      <p:cxnSp>
        <p:nvCxnSpPr>
          <p:cNvPr id="44" name="직선 화살표 연결선 43"/>
          <p:cNvCxnSpPr>
            <a:stCxn id="37" idx="3"/>
            <a:endCxn id="39" idx="1"/>
          </p:cNvCxnSpPr>
          <p:nvPr/>
        </p:nvCxnSpPr>
        <p:spPr>
          <a:xfrm>
            <a:off x="6793344" y="1850110"/>
            <a:ext cx="932717" cy="4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1F62872-299D-F6EB-F746-B780E432880B}"/>
              </a:ext>
            </a:extLst>
          </p:cNvPr>
          <p:cNvCxnSpPr/>
          <p:nvPr/>
        </p:nvCxnSpPr>
        <p:spPr>
          <a:xfrm>
            <a:off x="4371472" y="1854868"/>
            <a:ext cx="792079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5577728-CF91-52AA-D8DE-D8F40BF9788F}"/>
              </a:ext>
            </a:extLst>
          </p:cNvPr>
          <p:cNvCxnSpPr/>
          <p:nvPr/>
        </p:nvCxnSpPr>
        <p:spPr>
          <a:xfrm>
            <a:off x="2316078" y="2636921"/>
            <a:ext cx="2917657" cy="1002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7FF9F10-8A44-74BC-125E-95D69BAC1C6B}"/>
              </a:ext>
            </a:extLst>
          </p:cNvPr>
          <p:cNvCxnSpPr/>
          <p:nvPr/>
        </p:nvCxnSpPr>
        <p:spPr>
          <a:xfrm>
            <a:off x="5233737" y="2636921"/>
            <a:ext cx="10026" cy="531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35122AC-3AB3-8702-178C-55130140E235}"/>
              </a:ext>
            </a:extLst>
          </p:cNvPr>
          <p:cNvCxnSpPr/>
          <p:nvPr/>
        </p:nvCxnSpPr>
        <p:spPr>
          <a:xfrm>
            <a:off x="2326105" y="2636921"/>
            <a:ext cx="10026" cy="511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F447162-D7C6-4265-44E7-1DAF2A9FA8B7}"/>
              </a:ext>
            </a:extLst>
          </p:cNvPr>
          <p:cNvSpPr txBox="1"/>
          <p:nvPr/>
        </p:nvSpPr>
        <p:spPr>
          <a:xfrm>
            <a:off x="1804737" y="4582027"/>
            <a:ext cx="1884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6회 연속 피격시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B6D1531-5503-39C0-C091-D9B0CC91CAF0}"/>
              </a:ext>
            </a:extLst>
          </p:cNvPr>
          <p:cNvCxnSpPr/>
          <p:nvPr/>
        </p:nvCxnSpPr>
        <p:spPr>
          <a:xfrm>
            <a:off x="3789947" y="2205788"/>
            <a:ext cx="10026" cy="9926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A869B7B-6462-E008-1C3F-F83034E3E6C7}"/>
              </a:ext>
            </a:extLst>
          </p:cNvPr>
          <p:cNvCxnSpPr/>
          <p:nvPr/>
        </p:nvCxnSpPr>
        <p:spPr>
          <a:xfrm>
            <a:off x="3789947" y="3749842"/>
            <a:ext cx="10026" cy="310815"/>
          </a:xfrm>
          <a:prstGeom prst="straightConnector1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5A7A43A-F145-655F-3D39-BD41898CC9B1}"/>
              </a:ext>
            </a:extLst>
          </p:cNvPr>
          <p:cNvCxnSpPr/>
          <p:nvPr/>
        </p:nvCxnSpPr>
        <p:spPr>
          <a:xfrm flipV="1">
            <a:off x="5303921" y="3759868"/>
            <a:ext cx="10026" cy="300789"/>
          </a:xfrm>
          <a:prstGeom prst="straightConnector1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387BFEE-014F-C35D-3EDC-C527FEEF4181}"/>
              </a:ext>
            </a:extLst>
          </p:cNvPr>
          <p:cNvSpPr txBox="1"/>
          <p:nvPr/>
        </p:nvSpPr>
        <p:spPr>
          <a:xfrm>
            <a:off x="1764632" y="5434263"/>
            <a:ext cx="20453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회피 텔레포트</a:t>
            </a:r>
            <a:endParaRPr lang="ko-KR" altLang="en-US">
              <a:ea typeface="맑은 고딕" panose="020B0503020000020004" pitchFamily="34" charset="-127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C3FC177-E65C-57A1-E321-BC71FA776EAD}"/>
              </a:ext>
            </a:extLst>
          </p:cNvPr>
          <p:cNvCxnSpPr/>
          <p:nvPr/>
        </p:nvCxnSpPr>
        <p:spPr>
          <a:xfrm>
            <a:off x="2526631" y="4993105"/>
            <a:ext cx="10026" cy="370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BA5A7BB-96F4-83F8-F574-6476E4FC6EBF}"/>
              </a:ext>
            </a:extLst>
          </p:cNvPr>
          <p:cNvCxnSpPr/>
          <p:nvPr/>
        </p:nvCxnSpPr>
        <p:spPr>
          <a:xfrm flipH="1">
            <a:off x="942473" y="5624763"/>
            <a:ext cx="741947" cy="1002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5248349C-D92A-05E5-43B7-76D8300C400F}"/>
              </a:ext>
            </a:extLst>
          </p:cNvPr>
          <p:cNvCxnSpPr/>
          <p:nvPr/>
        </p:nvCxnSpPr>
        <p:spPr>
          <a:xfrm flipV="1">
            <a:off x="962526" y="2426368"/>
            <a:ext cx="10026" cy="319839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761EE86-998D-DF08-2A52-EAA229AF52D9}"/>
              </a:ext>
            </a:extLst>
          </p:cNvPr>
          <p:cNvCxnSpPr/>
          <p:nvPr/>
        </p:nvCxnSpPr>
        <p:spPr>
          <a:xfrm>
            <a:off x="2316079" y="3729789"/>
            <a:ext cx="10026" cy="782052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EC2BD8E-0DFE-4FEF-0B72-F6D40EAF271C}"/>
              </a:ext>
            </a:extLst>
          </p:cNvPr>
          <p:cNvCxnSpPr/>
          <p:nvPr/>
        </p:nvCxnSpPr>
        <p:spPr>
          <a:xfrm>
            <a:off x="972552" y="2416342"/>
            <a:ext cx="2446421" cy="1002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B7CAC7E-A2B7-7229-7D82-6CC040EB3BFF}"/>
              </a:ext>
            </a:extLst>
          </p:cNvPr>
          <p:cNvCxnSpPr/>
          <p:nvPr/>
        </p:nvCxnSpPr>
        <p:spPr>
          <a:xfrm flipV="1">
            <a:off x="3418973" y="2275973"/>
            <a:ext cx="10026" cy="160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03FB4B40-C7D4-F57E-DD3D-F4EF5DA32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740213"/>
              </p:ext>
            </p:extLst>
          </p:nvPr>
        </p:nvGraphicFramePr>
        <p:xfrm>
          <a:off x="6266447" y="6085974"/>
          <a:ext cx="1894972" cy="775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736">
                  <a:extLst>
                    <a:ext uri="{9D8B030D-6E8A-4147-A177-3AD203B41FA5}">
                      <a16:colId xmlns:a16="http://schemas.microsoft.com/office/drawing/2014/main" val="17562031"/>
                    </a:ext>
                  </a:extLst>
                </a:gridCol>
                <a:gridCol w="1233236">
                  <a:extLst>
                    <a:ext uri="{9D8B030D-6E8A-4147-A177-3AD203B41FA5}">
                      <a16:colId xmlns:a16="http://schemas.microsoft.com/office/drawing/2014/main" val="2493928818"/>
                    </a:ext>
                  </a:extLst>
                </a:gridCol>
              </a:tblGrid>
              <a:tr h="2707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   색 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         뜻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25750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  </a:t>
                      </a: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회색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조건 만족시 이동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218886"/>
                  </a:ext>
                </a:extLst>
              </a:tr>
              <a:tr h="2606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 파란색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     보통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157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453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4FC330F2-46A5-2A99-2810-8417FF0B13FA}"/>
              </a:ext>
            </a:extLst>
          </p:cNvPr>
          <p:cNvSpPr/>
          <p:nvPr/>
        </p:nvSpPr>
        <p:spPr>
          <a:xfrm>
            <a:off x="1834815" y="4702341"/>
            <a:ext cx="1433764" cy="370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F688D7F-A42B-C687-9856-5940F3BEBD7F}"/>
              </a:ext>
            </a:extLst>
          </p:cNvPr>
          <p:cNvSpPr/>
          <p:nvPr/>
        </p:nvSpPr>
        <p:spPr>
          <a:xfrm>
            <a:off x="4551947" y="4692315"/>
            <a:ext cx="1804736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83F2C1F-948A-386C-96CC-8E9C8020A191}"/>
              </a:ext>
            </a:extLst>
          </p:cNvPr>
          <p:cNvSpPr/>
          <p:nvPr/>
        </p:nvSpPr>
        <p:spPr>
          <a:xfrm>
            <a:off x="4491789" y="3749841"/>
            <a:ext cx="1864894" cy="43113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ABAC5FC-6C88-763F-277A-E8C92FD8FFAC}"/>
              </a:ext>
            </a:extLst>
          </p:cNvPr>
          <p:cNvSpPr/>
          <p:nvPr/>
        </p:nvSpPr>
        <p:spPr>
          <a:xfrm>
            <a:off x="9394657" y="1644316"/>
            <a:ext cx="1834815" cy="49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3FAB274-00A9-D90C-234D-CCDFB3ECAFED}"/>
              </a:ext>
            </a:extLst>
          </p:cNvPr>
          <p:cNvSpPr/>
          <p:nvPr/>
        </p:nvSpPr>
        <p:spPr>
          <a:xfrm>
            <a:off x="6557209" y="1644316"/>
            <a:ext cx="2316079" cy="49128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0EDC83-F581-B80D-CD58-605790581093}"/>
              </a:ext>
            </a:extLst>
          </p:cNvPr>
          <p:cNvSpPr/>
          <p:nvPr/>
        </p:nvSpPr>
        <p:spPr>
          <a:xfrm>
            <a:off x="4481763" y="2787315"/>
            <a:ext cx="1834815" cy="451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407952-C112-8EDF-1E5D-1D48393F79EA}"/>
              </a:ext>
            </a:extLst>
          </p:cNvPr>
          <p:cNvSpPr/>
          <p:nvPr/>
        </p:nvSpPr>
        <p:spPr>
          <a:xfrm>
            <a:off x="4792580" y="1644316"/>
            <a:ext cx="1273340" cy="49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25A896-0EB4-4BF0-0DE6-F95E7C41A1C2}"/>
              </a:ext>
            </a:extLst>
          </p:cNvPr>
          <p:cNvSpPr/>
          <p:nvPr/>
        </p:nvSpPr>
        <p:spPr>
          <a:xfrm>
            <a:off x="2807370" y="1654342"/>
            <a:ext cx="1213183" cy="49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5873C1-3F2C-92F1-690B-E7D44EC293AE}"/>
              </a:ext>
            </a:extLst>
          </p:cNvPr>
          <p:cNvSpPr/>
          <p:nvPr/>
        </p:nvSpPr>
        <p:spPr>
          <a:xfrm>
            <a:off x="531394" y="1644315"/>
            <a:ext cx="1564105" cy="49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511" y="356579"/>
            <a:ext cx="6689371" cy="976565"/>
          </a:xfrm>
        </p:spPr>
        <p:txBody>
          <a:bodyPr numCol="1"/>
          <a:lstStyle/>
          <a:p>
            <a:r>
              <a:rPr lang="ko-KR">
                <a:ea typeface="맑은 고딕"/>
              </a:rPr>
              <a:t>전투 예상 흐름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(</a:t>
            </a:r>
            <a:r>
              <a:rPr lang="ko-KR">
                <a:ea typeface="맑은 고딕"/>
              </a:rPr>
              <a:t>페이즈 </a:t>
            </a:r>
            <a:r>
              <a:rPr lang="en-US" altLang="ko-KR">
                <a:ea typeface="맑은 고딕"/>
              </a:rPr>
              <a:t>2)</a:t>
            </a:r>
            <a:endParaRPr lang="ko-KR">
              <a:ea typeface="맑은 고딕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3511" y="1715701"/>
            <a:ext cx="1664294" cy="423063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buNone/>
            </a:pPr>
            <a:r>
              <a:rPr lang="ko-KR" sz="1800">
                <a:ea typeface="맑은 고딕"/>
              </a:rPr>
              <a:t>페이즈 </a:t>
            </a:r>
            <a:r>
              <a:rPr lang="en-US" altLang="ko-KR" sz="1800">
                <a:ea typeface="맑은 고딕"/>
              </a:rPr>
              <a:t>2 </a:t>
            </a:r>
            <a:r>
              <a:rPr lang="ko-KR" sz="1800">
                <a:ea typeface="맑은 고딕"/>
              </a:rPr>
              <a:t>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513" y="1710741"/>
            <a:ext cx="1148417" cy="379358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텔레포트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6301" y="1700713"/>
            <a:ext cx="1209248" cy="379358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시간 가속</a:t>
            </a:r>
            <a:r>
              <a:rPr lang="ko-KR" altLang="en-US">
                <a:ea typeface="맑은 고딕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5059" y="4699812"/>
            <a:ext cx="1435545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시간 되감기</a:t>
            </a:r>
            <a:endParaRPr lang="en-US" altLang="ko-KR"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22018" y="2824891"/>
            <a:ext cx="1814857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이전 사용 스킬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9503" y="1715701"/>
            <a:ext cx="2384403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en-US" altLang="ko-KR">
                <a:ea typeface="맑은 고딕"/>
              </a:rPr>
              <a:t>HP 30% </a:t>
            </a:r>
            <a:r>
              <a:rPr lang="ko-KR">
                <a:ea typeface="맑은 고딕"/>
              </a:rPr>
              <a:t>이하 도달시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984" y="1718874"/>
            <a:ext cx="1978289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페이즈 </a:t>
            </a:r>
            <a:r>
              <a:rPr lang="en-US" altLang="ko-KR">
                <a:ea typeface="맑은 고딕"/>
              </a:rPr>
              <a:t>3</a:t>
            </a:r>
            <a:r>
              <a:rPr lang="ko-KR">
                <a:ea typeface="맑은 고딕"/>
              </a:rPr>
              <a:t>로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이동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00F3348-38BD-4A87-5AB4-CA7B42ACB8C7}"/>
              </a:ext>
            </a:extLst>
          </p:cNvPr>
          <p:cNvCxnSpPr/>
          <p:nvPr/>
        </p:nvCxnSpPr>
        <p:spPr>
          <a:xfrm>
            <a:off x="5414210" y="2185736"/>
            <a:ext cx="10026" cy="541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3DEEE62-29BC-9C28-0FB5-9EBAB38562B6}"/>
              </a:ext>
            </a:extLst>
          </p:cNvPr>
          <p:cNvCxnSpPr/>
          <p:nvPr/>
        </p:nvCxnSpPr>
        <p:spPr>
          <a:xfrm>
            <a:off x="6075947" y="1884947"/>
            <a:ext cx="431131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9ED2AA-F520-3F79-2490-C122F86036AD}"/>
              </a:ext>
            </a:extLst>
          </p:cNvPr>
          <p:cNvCxnSpPr/>
          <p:nvPr/>
        </p:nvCxnSpPr>
        <p:spPr>
          <a:xfrm>
            <a:off x="8883316" y="1884947"/>
            <a:ext cx="471236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52FDA50-E19F-9870-9498-C910C9A72F95}"/>
              </a:ext>
            </a:extLst>
          </p:cNvPr>
          <p:cNvCxnSpPr/>
          <p:nvPr/>
        </p:nvCxnSpPr>
        <p:spPr>
          <a:xfrm>
            <a:off x="5454315" y="3308683"/>
            <a:ext cx="10026" cy="42110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5AF5451-A8B1-1AF9-8E01-8E0C353F5FC5}"/>
              </a:ext>
            </a:extLst>
          </p:cNvPr>
          <p:cNvSpPr txBox="1"/>
          <p:nvPr/>
        </p:nvSpPr>
        <p:spPr>
          <a:xfrm>
            <a:off x="4491790" y="3810001"/>
            <a:ext cx="19250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5회 연속 피격시</a:t>
            </a:r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91E107-9298-FA4B-341B-CFC692A6B2B5}"/>
              </a:ext>
            </a:extLst>
          </p:cNvPr>
          <p:cNvSpPr txBox="1"/>
          <p:nvPr/>
        </p:nvSpPr>
        <p:spPr>
          <a:xfrm>
            <a:off x="4602081" y="4702342"/>
            <a:ext cx="1684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회피 텔레포트</a:t>
            </a:r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1A36A5E-DED5-71F0-C086-415C574D6CCD}"/>
              </a:ext>
            </a:extLst>
          </p:cNvPr>
          <p:cNvCxnSpPr/>
          <p:nvPr/>
        </p:nvCxnSpPr>
        <p:spPr>
          <a:xfrm>
            <a:off x="5434263" y="4221079"/>
            <a:ext cx="10026" cy="391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1B5CE42-00B1-E43B-B3CE-51C9C46ADDF2}"/>
              </a:ext>
            </a:extLst>
          </p:cNvPr>
          <p:cNvCxnSpPr/>
          <p:nvPr/>
        </p:nvCxnSpPr>
        <p:spPr>
          <a:xfrm flipH="1">
            <a:off x="3328737" y="4882815"/>
            <a:ext cx="1163052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5536217-7C33-6D2C-38AF-D0410335FADF}"/>
              </a:ext>
            </a:extLst>
          </p:cNvPr>
          <p:cNvCxnSpPr/>
          <p:nvPr/>
        </p:nvCxnSpPr>
        <p:spPr>
          <a:xfrm flipV="1">
            <a:off x="3960394" y="2396289"/>
            <a:ext cx="10026" cy="24765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540F23F-A361-50BE-8DB0-9EF0DBF1E20A}"/>
              </a:ext>
            </a:extLst>
          </p:cNvPr>
          <p:cNvCxnSpPr/>
          <p:nvPr/>
        </p:nvCxnSpPr>
        <p:spPr>
          <a:xfrm>
            <a:off x="3960395" y="2406315"/>
            <a:ext cx="1102894" cy="1002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624062A-1EAD-AD85-1FB7-4C2C514FC9B4}"/>
              </a:ext>
            </a:extLst>
          </p:cNvPr>
          <p:cNvCxnSpPr/>
          <p:nvPr/>
        </p:nvCxnSpPr>
        <p:spPr>
          <a:xfrm flipV="1">
            <a:off x="5063289" y="2205789"/>
            <a:ext cx="10026" cy="210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AFD6108-B0D4-86F7-EB8D-6DE9C362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67801"/>
              </p:ext>
            </p:extLst>
          </p:nvPr>
        </p:nvGraphicFramePr>
        <p:xfrm>
          <a:off x="6271462" y="6055898"/>
          <a:ext cx="1894970" cy="7920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61730">
                  <a:extLst>
                    <a:ext uri="{9D8B030D-6E8A-4147-A177-3AD203B41FA5}">
                      <a16:colId xmlns:a16="http://schemas.microsoft.com/office/drawing/2014/main" val="3589664176"/>
                    </a:ext>
                  </a:extLst>
                </a:gridCol>
                <a:gridCol w="1233240">
                  <a:extLst>
                    <a:ext uri="{9D8B030D-6E8A-4147-A177-3AD203B41FA5}">
                      <a16:colId xmlns:a16="http://schemas.microsoft.com/office/drawing/2014/main" val="2947314778"/>
                    </a:ext>
                  </a:extLst>
                </a:gridCol>
              </a:tblGrid>
              <a:tr h="27071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 색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      </a:t>
                      </a:r>
                      <a:r>
                        <a:rPr lang="ko-KR" altLang="en-US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 </a:t>
                      </a:r>
                      <a:r>
                        <a:rPr lang="ko-KR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뜻</a:t>
                      </a:r>
                      <a:endParaRPr lang="en-US" sz="900" b="1" i="0">
                        <a:solidFill>
                          <a:srgbClr val="FFFFFF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73923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</a:t>
                      </a:r>
                      <a:r>
                        <a:rPr lang="ko-KR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회색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조건 만족시 이동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653296"/>
                  </a:ext>
                </a:extLst>
              </a:tr>
              <a:tr h="250657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</a:t>
                      </a:r>
                      <a:r>
                        <a:rPr lang="ko-KR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파란색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   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보통 이동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24335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70EBC82-716F-7BFF-97B4-88C1B6E28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752350"/>
              </p:ext>
            </p:extLst>
          </p:nvPr>
        </p:nvGraphicFramePr>
        <p:xfrm>
          <a:off x="8163159" y="4727430"/>
          <a:ext cx="4027103" cy="21155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3100">
                  <a:extLst>
                    <a:ext uri="{9D8B030D-6E8A-4147-A177-3AD203B41FA5}">
                      <a16:colId xmlns:a16="http://schemas.microsoft.com/office/drawing/2014/main" val="4160250376"/>
                    </a:ext>
                  </a:extLst>
                </a:gridCol>
                <a:gridCol w="686886">
                  <a:extLst>
                    <a:ext uri="{9D8B030D-6E8A-4147-A177-3AD203B41FA5}">
                      <a16:colId xmlns:a16="http://schemas.microsoft.com/office/drawing/2014/main" val="2835650811"/>
                    </a:ext>
                  </a:extLst>
                </a:gridCol>
                <a:gridCol w="2157117">
                  <a:extLst>
                    <a:ext uri="{9D8B030D-6E8A-4147-A177-3AD203B41FA5}">
                      <a16:colId xmlns:a16="http://schemas.microsoft.com/office/drawing/2014/main" val="4040500727"/>
                    </a:ext>
                  </a:extLst>
                </a:gridCol>
              </a:tblGrid>
              <a:tr h="300780">
                <a:tc>
                  <a:txBody>
                    <a:bodyPr/>
                    <a:lstStyle/>
                    <a:p>
                      <a:pPr marL="0" marR="0" indent="0" algn="l" rtl="0" fontAlgn="auto">
                        <a:lnSpc>
                          <a:spcPts val="1125"/>
                        </a:lnSpc>
                        <a:buNone/>
                      </a:pPr>
                      <a:r>
                        <a:rPr lang="ko-KR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    </a:t>
                      </a: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</a:t>
                      </a:r>
                      <a:r>
                        <a:rPr lang="ko-KR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스킬 </a:t>
                      </a:r>
                      <a:endParaRPr lang="ko-KR" altLang="en-US" sz="1000" b="1" i="0">
                        <a:solidFill>
                          <a:srgbClr val="FFFFFF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확률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auto">
                        <a:lnSpc>
                          <a:spcPts val="1125"/>
                        </a:lnSpc>
                        <a:buNone/>
                      </a:pPr>
                      <a:r>
                        <a:rPr lang="ko-KR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               </a:t>
                      </a: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             </a:t>
                      </a:r>
                      <a:r>
                        <a:rPr lang="ko-KR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공략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42935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marL="0" marR="0" indent="0" algn="l" rtl="0" fontAlgn="auto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  기본 공격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50%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잘 보고 피하기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23680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marL="0" marR="0" indent="0" algn="l" rtl="0" fontAlgn="auto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 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부하 소환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auto">
                        <a:lnSpc>
                          <a:spcPts val="1125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30%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소환된 부하의 빠른 제거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825381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marL="0" marR="0" indent="0" algn="l" rtl="0" fontAlgn="auto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  시간 정지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20%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시간내 소환된 구조물 파괴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971391"/>
                  </a:ext>
                </a:extLst>
              </a:tr>
              <a:tr h="391020">
                <a:tc>
                  <a:txBody>
                    <a:bodyPr/>
                    <a:lstStyle/>
                    <a:p>
                      <a:pPr marL="0" marR="0" indent="0" algn="l" rtl="0" fontAlgn="auto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  텔레포트</a:t>
                      </a:r>
                    </a:p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  (</a:t>
                      </a:r>
                      <a:r>
                        <a:rPr lang="en-US" sz="1000" b="0" i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기본이동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)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  X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텔레포트의 쿨타임 동안 공격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아슬아슬함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)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477006"/>
                  </a:ext>
                </a:extLst>
              </a:tr>
              <a:tr h="230605">
                <a:tc>
                  <a:txBody>
                    <a:bodyPr/>
                    <a:lstStyle/>
                    <a:p>
                      <a:pPr marL="0" marR="0" indent="0" algn="l" rtl="0" fontAlgn="auto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회피 텔레포트</a:t>
                      </a: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  X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4회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en-US" sz="1000" b="0" i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이하로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en-US" sz="1000" b="0" i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공격한다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.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6868" marR="86868" marT="43434" marB="43434">
                    <a:lnL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50438"/>
                  </a:ext>
                </a:extLst>
              </a:tr>
              <a:tr h="29076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 시간 되감기</a:t>
                      </a:r>
                      <a:endParaRPr lang="ko-KR" sz="10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6868" marR="86868" marT="43434" marB="43434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25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  X</a:t>
                      </a:r>
                    </a:p>
                  </a:txBody>
                  <a:tcPr marL="86868" marR="86868" marT="43434" marB="43434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9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빨리 쫒아가서 때린다.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86868" marR="86868" marT="43434" marB="43434">
                    <a:lnL w="12058">
                      <a:solidFill>
                        <a:srgbClr val="000000"/>
                      </a:solidFill>
                    </a:lnL>
                    <a:lnR w="12058">
                      <a:solidFill>
                        <a:srgbClr val="000000"/>
                      </a:solidFill>
                    </a:lnR>
                    <a:lnT w="1205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8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555525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956742-86C4-4CCE-9E73-D807C00187F3}"/>
              </a:ext>
            </a:extLst>
          </p:cNvPr>
          <p:cNvCxnSpPr/>
          <p:nvPr/>
        </p:nvCxnSpPr>
        <p:spPr>
          <a:xfrm>
            <a:off x="2105525" y="1864894"/>
            <a:ext cx="671763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C9C6909-82C7-EE67-991F-45E2A0EE9959}"/>
              </a:ext>
            </a:extLst>
          </p:cNvPr>
          <p:cNvCxnSpPr/>
          <p:nvPr/>
        </p:nvCxnSpPr>
        <p:spPr>
          <a:xfrm flipV="1">
            <a:off x="4070684" y="1854868"/>
            <a:ext cx="661736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1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5BE23A-CD48-3BF4-0844-D71161A8435D}"/>
              </a:ext>
            </a:extLst>
          </p:cNvPr>
          <p:cNvSpPr/>
          <p:nvPr/>
        </p:nvSpPr>
        <p:spPr>
          <a:xfrm>
            <a:off x="8341894" y="1574131"/>
            <a:ext cx="1323473" cy="360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비상 탈출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72C9A46-E1CA-9861-764C-CA9A3E8DC721}"/>
              </a:ext>
            </a:extLst>
          </p:cNvPr>
          <p:cNvSpPr/>
          <p:nvPr/>
        </p:nvSpPr>
        <p:spPr>
          <a:xfrm>
            <a:off x="4511842" y="1564105"/>
            <a:ext cx="1072815" cy="370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49B33A-E48D-926E-1D4F-0753945227AB}"/>
              </a:ext>
            </a:extLst>
          </p:cNvPr>
          <p:cNvSpPr/>
          <p:nvPr/>
        </p:nvSpPr>
        <p:spPr>
          <a:xfrm>
            <a:off x="2526631" y="1574132"/>
            <a:ext cx="1473868" cy="3609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E75444-C3BA-2A16-8748-8B0CF3D0CAA8}"/>
              </a:ext>
            </a:extLst>
          </p:cNvPr>
          <p:cNvSpPr/>
          <p:nvPr/>
        </p:nvSpPr>
        <p:spPr>
          <a:xfrm>
            <a:off x="411078" y="1564104"/>
            <a:ext cx="1644316" cy="360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0911" y="236939"/>
            <a:ext cx="7174184" cy="993656"/>
          </a:xfrm>
        </p:spPr>
        <p:txBody>
          <a:bodyPr numCol="1"/>
          <a:lstStyle/>
          <a:p>
            <a:r>
              <a:rPr lang="ko-KR">
                <a:ea typeface="맑은 고딕"/>
              </a:rPr>
              <a:t>전투 예상 흐름</a:t>
            </a:r>
            <a:r>
              <a:rPr lang="ko-KR" altLang="en-US">
                <a:ea typeface="맑은 고딕"/>
              </a:rPr>
              <a:t> </a:t>
            </a:r>
            <a:r>
              <a:rPr lang="en-US" altLang="ko-KR">
                <a:ea typeface="맑은 고딕"/>
              </a:rPr>
              <a:t>(</a:t>
            </a:r>
            <a:r>
              <a:rPr lang="ko-KR">
                <a:ea typeface="맑은 고딕"/>
              </a:rPr>
              <a:t>페이즈 </a:t>
            </a:r>
            <a:r>
              <a:rPr lang="en-US" altLang="ko-KR">
                <a:ea typeface="맑은 고딕"/>
              </a:rPr>
              <a:t>3)</a:t>
            </a:r>
            <a:endParaRPr lang="ko-KR">
              <a:ea typeface="맑은 고딕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0911" y="1610424"/>
            <a:ext cx="1815831" cy="46612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buNone/>
            </a:pPr>
            <a:r>
              <a:rPr lang="ko-KR" sz="1800">
                <a:ea typeface="맑은 고딕"/>
              </a:rPr>
              <a:t>페이즈 </a:t>
            </a:r>
            <a:r>
              <a:rPr lang="en-US" altLang="ko-KR" sz="1800">
                <a:ea typeface="맑은 고딕"/>
              </a:rPr>
              <a:t>3 </a:t>
            </a:r>
            <a:r>
              <a:rPr lang="ko-KR" sz="1800">
                <a:ea typeface="맑은 고딕"/>
              </a:rPr>
              <a:t>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2822" y="1570410"/>
            <a:ext cx="1200744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텔레포트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B94B6B-847E-D6F6-3DBF-75690A24829D}"/>
              </a:ext>
            </a:extLst>
          </p:cNvPr>
          <p:cNvSpPr txBox="1"/>
          <p:nvPr/>
        </p:nvSpPr>
        <p:spPr>
          <a:xfrm>
            <a:off x="2526632" y="1564106"/>
            <a:ext cx="15941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시간 가속 2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87C8D6-0DD9-7B56-4EC4-6D37906F5677}"/>
              </a:ext>
            </a:extLst>
          </p:cNvPr>
          <p:cNvSpPr/>
          <p:nvPr/>
        </p:nvSpPr>
        <p:spPr>
          <a:xfrm>
            <a:off x="6096000" y="1564106"/>
            <a:ext cx="1664368" cy="36094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HP 1% 도달시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53BB44-B28E-7F82-62A6-2565F798CD56}"/>
              </a:ext>
            </a:extLst>
          </p:cNvPr>
          <p:cNvSpPr/>
          <p:nvPr/>
        </p:nvSpPr>
        <p:spPr>
          <a:xfrm>
            <a:off x="10266947" y="1574130"/>
            <a:ext cx="962525" cy="36094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 피격시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39D6AF7-5CF0-043F-AFD4-7B84AFED2F89}"/>
              </a:ext>
            </a:extLst>
          </p:cNvPr>
          <p:cNvSpPr/>
          <p:nvPr/>
        </p:nvSpPr>
        <p:spPr>
          <a:xfrm>
            <a:off x="10347159" y="2446421"/>
            <a:ext cx="792078" cy="3308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사망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E08D9CD-6F4B-2707-5DC1-BA510A550F3A}"/>
              </a:ext>
            </a:extLst>
          </p:cNvPr>
          <p:cNvCxnSpPr/>
          <p:nvPr/>
        </p:nvCxnSpPr>
        <p:spPr>
          <a:xfrm>
            <a:off x="2085473" y="1734552"/>
            <a:ext cx="381000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E1786E0-F7E0-1328-DD1C-BBD0CD289CA7}"/>
              </a:ext>
            </a:extLst>
          </p:cNvPr>
          <p:cNvCxnSpPr/>
          <p:nvPr/>
        </p:nvCxnSpPr>
        <p:spPr>
          <a:xfrm>
            <a:off x="4040605" y="1724526"/>
            <a:ext cx="411078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C631838-B6D3-DD76-10CA-0CB12C7B2EFB}"/>
              </a:ext>
            </a:extLst>
          </p:cNvPr>
          <p:cNvCxnSpPr/>
          <p:nvPr/>
        </p:nvCxnSpPr>
        <p:spPr>
          <a:xfrm>
            <a:off x="5664868" y="1754605"/>
            <a:ext cx="370973" cy="1002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22A3E76-6E90-B1D9-6438-0FC3ADC9362B}"/>
              </a:ext>
            </a:extLst>
          </p:cNvPr>
          <p:cNvCxnSpPr/>
          <p:nvPr/>
        </p:nvCxnSpPr>
        <p:spPr>
          <a:xfrm>
            <a:off x="7820526" y="1744579"/>
            <a:ext cx="441157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6C68E9A-54C3-13C2-67C1-FB05D51CB7B7}"/>
              </a:ext>
            </a:extLst>
          </p:cNvPr>
          <p:cNvCxnSpPr/>
          <p:nvPr/>
        </p:nvCxnSpPr>
        <p:spPr>
          <a:xfrm>
            <a:off x="9695447" y="1754605"/>
            <a:ext cx="491289" cy="1002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DFF8B5E-4B5B-BF45-B6E1-CD5E4B4D6611}"/>
              </a:ext>
            </a:extLst>
          </p:cNvPr>
          <p:cNvCxnSpPr/>
          <p:nvPr/>
        </p:nvCxnSpPr>
        <p:spPr>
          <a:xfrm>
            <a:off x="10898605" y="1965158"/>
            <a:ext cx="10026" cy="391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DBD9A2C-19A2-485F-AC81-9B274A8D9559}"/>
              </a:ext>
            </a:extLst>
          </p:cNvPr>
          <p:cNvSpPr/>
          <p:nvPr/>
        </p:nvSpPr>
        <p:spPr>
          <a:xfrm>
            <a:off x="4201027" y="2947736"/>
            <a:ext cx="1744577" cy="350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이전 사용 스킬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ADE7AAD-A97A-9D82-8F08-53DD8742A51D}"/>
              </a:ext>
            </a:extLst>
          </p:cNvPr>
          <p:cNvSpPr/>
          <p:nvPr/>
        </p:nvSpPr>
        <p:spPr>
          <a:xfrm>
            <a:off x="4130843" y="3799973"/>
            <a:ext cx="1894972" cy="360946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4회 연속 피격시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CB4D65-9CE7-66C8-2F7F-855D62016AF0}"/>
              </a:ext>
            </a:extLst>
          </p:cNvPr>
          <p:cNvSpPr/>
          <p:nvPr/>
        </p:nvSpPr>
        <p:spPr>
          <a:xfrm>
            <a:off x="4080711" y="4541921"/>
            <a:ext cx="1935078" cy="3408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회피 텔레포트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8BB6034-0AA0-8A87-990F-B0A8101431CF}"/>
              </a:ext>
            </a:extLst>
          </p:cNvPr>
          <p:cNvCxnSpPr/>
          <p:nvPr/>
        </p:nvCxnSpPr>
        <p:spPr>
          <a:xfrm>
            <a:off x="5013158" y="3388894"/>
            <a:ext cx="10026" cy="36094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9E77E34-E4EA-DE14-0819-1D835953E974}"/>
              </a:ext>
            </a:extLst>
          </p:cNvPr>
          <p:cNvCxnSpPr/>
          <p:nvPr/>
        </p:nvCxnSpPr>
        <p:spPr>
          <a:xfrm>
            <a:off x="5033210" y="4190999"/>
            <a:ext cx="10026" cy="300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1D09B68-97AC-A7B6-16CD-F5454BAA76A8}"/>
              </a:ext>
            </a:extLst>
          </p:cNvPr>
          <p:cNvSpPr/>
          <p:nvPr/>
        </p:nvSpPr>
        <p:spPr>
          <a:xfrm>
            <a:off x="2015289" y="4551947"/>
            <a:ext cx="1493921" cy="32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시간 되감기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62B2494-6A36-5B43-5949-C84D53193276}"/>
              </a:ext>
            </a:extLst>
          </p:cNvPr>
          <p:cNvCxnSpPr/>
          <p:nvPr/>
        </p:nvCxnSpPr>
        <p:spPr>
          <a:xfrm flipH="1">
            <a:off x="3559342" y="4692315"/>
            <a:ext cx="441157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06AA225-47DD-DB7B-1E5E-AB039010CC57}"/>
              </a:ext>
            </a:extLst>
          </p:cNvPr>
          <p:cNvCxnSpPr/>
          <p:nvPr/>
        </p:nvCxnSpPr>
        <p:spPr>
          <a:xfrm flipV="1">
            <a:off x="3830052" y="2296025"/>
            <a:ext cx="10026" cy="238626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9BD89E8-AB33-E4A9-1341-B5517396F69D}"/>
              </a:ext>
            </a:extLst>
          </p:cNvPr>
          <p:cNvCxnSpPr/>
          <p:nvPr/>
        </p:nvCxnSpPr>
        <p:spPr>
          <a:xfrm>
            <a:off x="3840078" y="2275973"/>
            <a:ext cx="882315" cy="1002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7580E18-40F9-390B-9C52-9BC6F5B851E0}"/>
              </a:ext>
            </a:extLst>
          </p:cNvPr>
          <p:cNvCxnSpPr/>
          <p:nvPr/>
        </p:nvCxnSpPr>
        <p:spPr>
          <a:xfrm flipH="1" flipV="1">
            <a:off x="4712368" y="2005263"/>
            <a:ext cx="10026" cy="270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CF845FB-86AA-77AC-E649-17BECDA4C6E3}"/>
              </a:ext>
            </a:extLst>
          </p:cNvPr>
          <p:cNvSpPr/>
          <p:nvPr/>
        </p:nvSpPr>
        <p:spPr>
          <a:xfrm>
            <a:off x="8512342" y="2446420"/>
            <a:ext cx="1594183" cy="360946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살아남을시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9705FCC-6C97-EDE3-BFDF-B3CD068611D8}"/>
              </a:ext>
            </a:extLst>
          </p:cNvPr>
          <p:cNvSpPr/>
          <p:nvPr/>
        </p:nvSpPr>
        <p:spPr>
          <a:xfrm>
            <a:off x="10106526" y="3148262"/>
            <a:ext cx="1824788" cy="300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HP 10%로 부활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183E3FB-B80F-774F-48C6-B7DBE1311FCF}"/>
              </a:ext>
            </a:extLst>
          </p:cNvPr>
          <p:cNvCxnSpPr/>
          <p:nvPr/>
        </p:nvCxnSpPr>
        <p:spPr>
          <a:xfrm>
            <a:off x="9916026" y="1754605"/>
            <a:ext cx="10026" cy="65171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B0F7354-3902-7085-22E2-820063CAA2F7}"/>
              </a:ext>
            </a:extLst>
          </p:cNvPr>
          <p:cNvCxnSpPr/>
          <p:nvPr/>
        </p:nvCxnSpPr>
        <p:spPr>
          <a:xfrm>
            <a:off x="9194131" y="2867526"/>
            <a:ext cx="10026" cy="431131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8BF48A0-98F4-27E7-B79F-2F2926BC74D9}"/>
              </a:ext>
            </a:extLst>
          </p:cNvPr>
          <p:cNvCxnSpPr/>
          <p:nvPr/>
        </p:nvCxnSpPr>
        <p:spPr>
          <a:xfrm>
            <a:off x="9204157" y="3298657"/>
            <a:ext cx="772026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AA82F9F-F092-50AB-B3A7-7B34FB4B1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021906"/>
              </p:ext>
            </p:extLst>
          </p:nvPr>
        </p:nvGraphicFramePr>
        <p:xfrm>
          <a:off x="8051131" y="4642184"/>
          <a:ext cx="4137399" cy="22174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93394">
                  <a:extLst>
                    <a:ext uri="{9D8B030D-6E8A-4147-A177-3AD203B41FA5}">
                      <a16:colId xmlns:a16="http://schemas.microsoft.com/office/drawing/2014/main" val="913205767"/>
                    </a:ext>
                  </a:extLst>
                </a:gridCol>
                <a:gridCol w="686887">
                  <a:extLst>
                    <a:ext uri="{9D8B030D-6E8A-4147-A177-3AD203B41FA5}">
                      <a16:colId xmlns:a16="http://schemas.microsoft.com/office/drawing/2014/main" val="1890226925"/>
                    </a:ext>
                  </a:extLst>
                </a:gridCol>
                <a:gridCol w="2157118">
                  <a:extLst>
                    <a:ext uri="{9D8B030D-6E8A-4147-A177-3AD203B41FA5}">
                      <a16:colId xmlns:a16="http://schemas.microsoft.com/office/drawing/2014/main" val="1776099213"/>
                    </a:ext>
                  </a:extLst>
                </a:gridCol>
              </a:tblGrid>
              <a:tr h="30078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      스킬</a:t>
                      </a:r>
                      <a:endParaRPr lang="ko-KR" sz="1000" b="1" i="0">
                        <a:solidFill>
                          <a:srgbClr val="FFFFFF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확률</a:t>
                      </a:r>
                      <a:endParaRPr lang="ko-KR" sz="1000" b="1" i="0">
                        <a:solidFill>
                          <a:srgbClr val="FFFFFF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               </a:t>
                      </a: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</a:t>
                      </a:r>
                      <a:r>
                        <a:rPr lang="ko-KR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공략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875472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 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기본 공격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50%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잘 보고 피하기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591811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 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부하 소환</a:t>
                      </a: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30%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소환된 부하의 빠른 제거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79694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 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시간 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정지</a:t>
                      </a: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20%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시간내 소환된 구조물 파괴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16319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텔레포트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en-US" sz="1000" b="0" i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기본이동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)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 X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잘 보기</a:t>
                      </a: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049582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회피 텔레포트</a:t>
                      </a: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 X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3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회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en-US" sz="1000" b="0" i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이하로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en-US" sz="1000" b="0" i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공격한다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.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8750"/>
                  </a:ext>
                </a:extLst>
              </a:tr>
              <a:tr h="29076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 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시간 되감기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 X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Malgun Gothic"/>
                        <a:ea typeface="맑은 고딕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빨리 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쫓아가서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때린다.</a:t>
                      </a: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771729"/>
                  </a:ext>
                </a:extLst>
              </a:tr>
              <a:tr h="26068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  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비상 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탈출</a:t>
                      </a:r>
                    </a:p>
                  </a:txBody>
                  <a:tcPr marL="82525" marR="82525" marT="41262" marB="41262">
                    <a:lnL w="11448">
                      <a:solidFill>
                        <a:srgbClr val="000000"/>
                      </a:solidFill>
                    </a:lnL>
                    <a:lnR w="11448">
                      <a:solidFill>
                        <a:srgbClr val="000000"/>
                      </a:solidFill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8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069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    X</a:t>
                      </a:r>
                    </a:p>
                  </a:txBody>
                  <a:tcPr marL="82525" marR="82525" marT="41262" marB="41262">
                    <a:lnL w="11448">
                      <a:solidFill>
                        <a:srgbClr val="000000"/>
                      </a:solidFill>
                    </a:lnL>
                    <a:lnR w="11448">
                      <a:solidFill>
                        <a:srgbClr val="000000"/>
                      </a:solidFill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8">
                      <a:solidFill>
                        <a:srgbClr val="000000"/>
                      </a:solidFill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빨리 쫓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아가서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때린다.</a:t>
                      </a:r>
                      <a:endParaRPr lang="ko-KR"/>
                    </a:p>
                  </a:txBody>
                  <a:tcPr marL="82525" marR="82525" marT="41262" marB="41262">
                    <a:lnL w="1144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8">
                      <a:solidFill>
                        <a:srgbClr val="000000"/>
                      </a:solidFill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8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31550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8F1BF62-B242-5AFE-D912-C1B93FDF1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810329"/>
              </p:ext>
            </p:extLst>
          </p:nvPr>
        </p:nvGraphicFramePr>
        <p:xfrm>
          <a:off x="6151147" y="6060912"/>
          <a:ext cx="1894970" cy="7920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61730">
                  <a:extLst>
                    <a:ext uri="{9D8B030D-6E8A-4147-A177-3AD203B41FA5}">
                      <a16:colId xmlns:a16="http://schemas.microsoft.com/office/drawing/2014/main" val="2698113129"/>
                    </a:ext>
                  </a:extLst>
                </a:gridCol>
                <a:gridCol w="1233240">
                  <a:extLst>
                    <a:ext uri="{9D8B030D-6E8A-4147-A177-3AD203B41FA5}">
                      <a16:colId xmlns:a16="http://schemas.microsoft.com/office/drawing/2014/main" val="864974572"/>
                    </a:ext>
                  </a:extLst>
                </a:gridCol>
              </a:tblGrid>
              <a:tr h="27071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</a:t>
                      </a: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</a:t>
                      </a:r>
                      <a:r>
                        <a:rPr lang="ko-KR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색</a:t>
                      </a:r>
                      <a:r>
                        <a:rPr lang="ko-KR" altLang="en-US" sz="1000" b="1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</a:t>
                      </a: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         </a:t>
                      </a:r>
                      <a:r>
                        <a:rPr lang="ko-KR" altLang="en-US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  </a:t>
                      </a:r>
                      <a:r>
                        <a:rPr lang="ko-KR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뜻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367772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  </a:t>
                      </a:r>
                      <a:r>
                        <a:rPr lang="ko-KR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회색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Malgun Gothic" panose="020B0503020000020004" pitchFamily="34" charset="-127"/>
                        </a:rPr>
                        <a:t>조건 만족시 이동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287753"/>
                  </a:ext>
                </a:extLst>
              </a:tr>
              <a:tr h="250650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 </a:t>
                      </a:r>
                      <a:r>
                        <a:rPr lang="ko-KR" sz="1000" b="0" i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Malgun Gothic"/>
                        </a:rPr>
                        <a:t>파란색</a:t>
                      </a: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069"/>
                        </a:lnSpc>
                        <a:buNone/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     </a:t>
                      </a:r>
                      <a:r>
                        <a:rPr lang="ko-KR" sz="1000" b="0" i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Malgun Gothic"/>
                        </a:rPr>
                        <a:t>보통 이동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맑은 고딕"/>
                        <a:ea typeface="Malgun Gothic"/>
                      </a:endParaRPr>
                    </a:p>
                  </a:txBody>
                  <a:tcPr marL="82525" marR="82525" marT="41262" marB="41262">
                    <a:lnL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474347"/>
                  </a:ext>
                </a:extLst>
              </a:tr>
            </a:tbl>
          </a:graphicData>
        </a:graphic>
      </p:graphicFrame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8BFAC94-DAC3-A2C9-5C97-D7CAE94D9DD8}"/>
              </a:ext>
            </a:extLst>
          </p:cNvPr>
          <p:cNvCxnSpPr/>
          <p:nvPr/>
        </p:nvCxnSpPr>
        <p:spPr>
          <a:xfrm>
            <a:off x="5003131" y="1975184"/>
            <a:ext cx="10026" cy="8923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BADDAB2-DC97-FCCD-69F6-6368BCF3C1AD}"/>
              </a:ext>
            </a:extLst>
          </p:cNvPr>
          <p:cNvCxnSpPr/>
          <p:nvPr/>
        </p:nvCxnSpPr>
        <p:spPr>
          <a:xfrm flipH="1" flipV="1">
            <a:off x="6376737" y="3408947"/>
            <a:ext cx="3599447" cy="2005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6253DBE-4BF6-5B67-933C-BCF001B33788}"/>
              </a:ext>
            </a:extLst>
          </p:cNvPr>
          <p:cNvCxnSpPr/>
          <p:nvPr/>
        </p:nvCxnSpPr>
        <p:spPr>
          <a:xfrm flipV="1">
            <a:off x="6396789" y="2436394"/>
            <a:ext cx="10026" cy="99260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BCC9451-CF05-8B8C-31C9-0C3C630A90A1}"/>
              </a:ext>
            </a:extLst>
          </p:cNvPr>
          <p:cNvCxnSpPr/>
          <p:nvPr/>
        </p:nvCxnSpPr>
        <p:spPr>
          <a:xfrm flipH="1">
            <a:off x="5374105" y="2426368"/>
            <a:ext cx="1042736" cy="1002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B18FD5F-3883-D3C6-A008-A51AD6DA760B}"/>
              </a:ext>
            </a:extLst>
          </p:cNvPr>
          <p:cNvCxnSpPr/>
          <p:nvPr/>
        </p:nvCxnSpPr>
        <p:spPr>
          <a:xfrm flipH="1" flipV="1">
            <a:off x="5354052" y="1975184"/>
            <a:ext cx="20052" cy="461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543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7AAE74F-CFAD-78FE-4D75-14DFD00FF6B6}"/>
              </a:ext>
            </a:extLst>
          </p:cNvPr>
          <p:cNvSpPr/>
          <p:nvPr/>
        </p:nvSpPr>
        <p:spPr>
          <a:xfrm>
            <a:off x="1656800" y="2473474"/>
            <a:ext cx="3461540" cy="2402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2125" y="406144"/>
            <a:ext cx="4009552" cy="692015"/>
          </a:xfrm>
        </p:spPr>
        <p:txBody>
          <a:bodyPr numCol="1">
            <a:normAutofit fontScale="90000"/>
          </a:bodyPr>
          <a:lstStyle/>
          <a:p>
            <a:r>
              <a:rPr lang="ko-KR" altLang="en-US">
                <a:ea typeface="맑은 고딕"/>
              </a:rPr>
              <a:t>애니메이션 로직</a:t>
            </a:r>
            <a:endParaRPr lang="ko-KR"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FA44FA-E4B2-240D-95F0-4442CE2D0BCE}"/>
              </a:ext>
            </a:extLst>
          </p:cNvPr>
          <p:cNvSpPr txBox="1"/>
          <p:nvPr/>
        </p:nvSpPr>
        <p:spPr>
          <a:xfrm>
            <a:off x="1383631" y="1534026"/>
            <a:ext cx="12633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생성(컷씬)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11579-58AA-C3CD-9C4B-469896B93FB1}"/>
              </a:ext>
            </a:extLst>
          </p:cNvPr>
          <p:cNvSpPr txBox="1"/>
          <p:nvPr/>
        </p:nvSpPr>
        <p:spPr>
          <a:xfrm>
            <a:off x="3108156" y="1534025"/>
            <a:ext cx="12532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전투 대기</a:t>
            </a:r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ABFB051-8C62-811C-1F15-3D817680099A}"/>
              </a:ext>
            </a:extLst>
          </p:cNvPr>
          <p:cNvCxnSpPr/>
          <p:nvPr/>
        </p:nvCxnSpPr>
        <p:spPr>
          <a:xfrm flipV="1">
            <a:off x="2576762" y="1714499"/>
            <a:ext cx="561473" cy="10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1FACD3E-0FCE-0F3E-1DDE-31B78FA82C82}"/>
              </a:ext>
            </a:extLst>
          </p:cNvPr>
          <p:cNvCxnSpPr/>
          <p:nvPr/>
        </p:nvCxnSpPr>
        <p:spPr>
          <a:xfrm flipH="1">
            <a:off x="3679657" y="1834815"/>
            <a:ext cx="10026" cy="6316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346AED3-6728-D0D2-E54C-C41C6B97BE94}"/>
              </a:ext>
            </a:extLst>
          </p:cNvPr>
          <p:cNvSpPr txBox="1"/>
          <p:nvPr/>
        </p:nvSpPr>
        <p:spPr>
          <a:xfrm>
            <a:off x="1654341" y="2747210"/>
            <a:ext cx="145381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  일반 공격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>
              <a:ea typeface="맑은 고딕"/>
            </a:endParaRPr>
          </a:p>
          <a:p>
            <a:pPr marL="342900" indent="-342900">
              <a:buAutoNum type="arabicPeriod"/>
            </a:pPr>
            <a:r>
              <a:rPr lang="ko-KR" altLang="en-US">
                <a:ea typeface="맑은 고딕"/>
              </a:rPr>
              <a:t>기본공격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23DFCD-C7E6-A4E8-2007-87106FA08522}"/>
              </a:ext>
            </a:extLst>
          </p:cNvPr>
          <p:cNvSpPr txBox="1"/>
          <p:nvPr/>
        </p:nvSpPr>
        <p:spPr>
          <a:xfrm>
            <a:off x="3099455" y="2742859"/>
            <a:ext cx="202020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    스킬 동작</a:t>
            </a:r>
            <a:endParaRPr lang="ko-KR">
              <a:ea typeface="맑은 고딕" panose="020B0503020000020004" pitchFamily="34" charset="-127"/>
            </a:endParaRPr>
          </a:p>
          <a:p>
            <a:endParaRPr lang="ko-KR" altLang="en-US">
              <a:ea typeface="맑은 고딕"/>
            </a:endParaRPr>
          </a:p>
          <a:p>
            <a:pPr marL="342900" indent="-342900">
              <a:buAutoNum type="arabicPeriod"/>
            </a:pPr>
            <a:r>
              <a:rPr lang="ko-KR" altLang="en-US">
                <a:ea typeface="맑은 고딕"/>
              </a:rPr>
              <a:t>시간 되감기</a:t>
            </a:r>
          </a:p>
          <a:p>
            <a:pPr marL="342900" indent="-342900">
              <a:buAutoNum type="arabicPeriod"/>
            </a:pPr>
            <a:r>
              <a:rPr lang="ko-KR" altLang="en-US">
                <a:ea typeface="맑은 고딕"/>
              </a:rPr>
              <a:t>시간 정지</a:t>
            </a:r>
          </a:p>
          <a:p>
            <a:pPr marL="342900" indent="-342900">
              <a:buAutoNum type="arabicPeriod"/>
            </a:pPr>
            <a:r>
              <a:rPr lang="ko-KR" altLang="en-US">
                <a:ea typeface="맑은 고딕"/>
              </a:rPr>
              <a:t>부하 소환</a:t>
            </a:r>
          </a:p>
          <a:p>
            <a:pPr marL="342900" indent="-342900">
              <a:buAutoNum type="arabicPeriod"/>
            </a:pPr>
            <a:r>
              <a:rPr lang="ko-KR" altLang="en-US">
                <a:ea typeface="맑은 고딕"/>
              </a:rPr>
              <a:t>비상 탈출</a:t>
            </a:r>
          </a:p>
          <a:p>
            <a:pPr marL="342900" indent="-342900">
              <a:buAutoNum type="arabicPeriod"/>
            </a:pPr>
            <a:r>
              <a:rPr lang="ko-KR" altLang="en-US">
                <a:ea typeface="맑은 고딕"/>
              </a:rPr>
              <a:t>회피 텔레포트</a:t>
            </a:r>
          </a:p>
          <a:p>
            <a:pPr marL="342900" indent="-342900">
              <a:buAutoNum type="arabicPeriod"/>
            </a:pPr>
            <a:endParaRPr lang="ko-KR" altLang="en-US"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87174C-119E-0004-1847-49D224494BE5}"/>
              </a:ext>
            </a:extLst>
          </p:cNvPr>
          <p:cNvSpPr/>
          <p:nvPr/>
        </p:nvSpPr>
        <p:spPr>
          <a:xfrm>
            <a:off x="8209678" y="1526345"/>
            <a:ext cx="1986234" cy="1855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1095D4-875E-D5C4-E2DD-9FF9BC13F9A3}"/>
              </a:ext>
            </a:extLst>
          </p:cNvPr>
          <p:cNvSpPr txBox="1"/>
          <p:nvPr/>
        </p:nvSpPr>
        <p:spPr>
          <a:xfrm>
            <a:off x="8221182" y="1659336"/>
            <a:ext cx="1967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데미지 기본 동작</a:t>
            </a:r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DC4001-349E-B9A3-7B49-612B2D9982B7}"/>
              </a:ext>
            </a:extLst>
          </p:cNvPr>
          <p:cNvSpPr txBox="1"/>
          <p:nvPr/>
        </p:nvSpPr>
        <p:spPr>
          <a:xfrm>
            <a:off x="8235199" y="2139901"/>
            <a:ext cx="19589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데미지 추가 동작</a:t>
            </a: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      1. 죽음</a:t>
            </a:r>
          </a:p>
          <a:p>
            <a:r>
              <a:rPr lang="ko-KR" altLang="en-US">
                <a:ea typeface="맑은 고딕"/>
              </a:rPr>
              <a:t>      2. 스턴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57C9DD6-BE29-59E3-F1CF-BF76DCD9F5F5}"/>
              </a:ext>
            </a:extLst>
          </p:cNvPr>
          <p:cNvCxnSpPr/>
          <p:nvPr/>
        </p:nvCxnSpPr>
        <p:spPr>
          <a:xfrm flipV="1">
            <a:off x="4193005" y="1664368"/>
            <a:ext cx="952500" cy="190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C4AB13-9C03-CF59-DDDF-00B057CC23A1}"/>
              </a:ext>
            </a:extLst>
          </p:cNvPr>
          <p:cNvSpPr/>
          <p:nvPr/>
        </p:nvSpPr>
        <p:spPr>
          <a:xfrm>
            <a:off x="5355055" y="1512327"/>
            <a:ext cx="1657350" cy="1056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871AD0-73C7-8D6A-CA8A-318979C6E2AB}"/>
              </a:ext>
            </a:extLst>
          </p:cNvPr>
          <p:cNvSpPr txBox="1"/>
          <p:nvPr/>
        </p:nvSpPr>
        <p:spPr>
          <a:xfrm>
            <a:off x="5583655" y="1607218"/>
            <a:ext cx="11811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전투 이동</a:t>
            </a: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 텔레포트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8FCF4DA-14CA-DB5E-EE55-DA71AFBC2732}"/>
              </a:ext>
            </a:extLst>
          </p:cNvPr>
          <p:cNvCxnSpPr/>
          <p:nvPr/>
        </p:nvCxnSpPr>
        <p:spPr>
          <a:xfrm>
            <a:off x="7031455" y="1664368"/>
            <a:ext cx="1104900" cy="190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863CE27-506D-71B8-EF7A-D525718597A7}"/>
              </a:ext>
            </a:extLst>
          </p:cNvPr>
          <p:cNvSpPr/>
          <p:nvPr/>
        </p:nvSpPr>
        <p:spPr>
          <a:xfrm>
            <a:off x="8193504" y="4055681"/>
            <a:ext cx="2000251" cy="1641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연출 동작</a:t>
            </a:r>
            <a:endParaRPr lang="ko-KR" altLang="en-US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pPr algn="ctr"/>
            <a:endParaRPr lang="ko-KR" altLang="en-US">
              <a:solidFill>
                <a:schemeClr val="tx1"/>
              </a:solidFill>
              <a:ea typeface="맑은 고딕"/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시간 가속</a:t>
            </a:r>
          </a:p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시간 가속 2</a:t>
            </a:r>
          </a:p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부활</a:t>
            </a:r>
          </a:p>
          <a:p>
            <a:pPr algn="ctr"/>
            <a:endParaRPr lang="ko-KR" altLang="en-US">
              <a:ea typeface="맑은 고딕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775B250-4CE6-B928-9A52-44E176D020BB}"/>
              </a:ext>
            </a:extLst>
          </p:cNvPr>
          <p:cNvCxnSpPr/>
          <p:nvPr/>
        </p:nvCxnSpPr>
        <p:spPr>
          <a:xfrm>
            <a:off x="9184105" y="3474118"/>
            <a:ext cx="19050" cy="5143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832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numCol="1">
            <a:normAutofit/>
          </a:bodyPr>
          <a:lstStyle/>
          <a:p>
            <a:r>
              <a:rPr lang="ko-KR">
                <a:solidFill>
                  <a:srgbClr val="FFFFFF"/>
                </a:solidFill>
              </a:rPr>
              <a:t>애니메이션 리스트 </a:t>
            </a:r>
            <a:r>
              <a:rPr lang="en-US" altLang="ko-KR">
                <a:solidFill>
                  <a:srgbClr val="FFFFFF"/>
                </a:solidFill>
              </a:rPr>
              <a:t>1</a:t>
            </a:r>
            <a:endParaRPr lang="ko-K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numCol="1" rtlCol="0" anchor="ctr">
            <a:normAutofit/>
          </a:bodyPr>
          <a:lstStyle/>
          <a:p>
            <a:pPr marL="0" indent="0">
              <a:buNone/>
            </a:pPr>
            <a:endParaRPr lang="en-US" altLang="ko-KR" sz="1500"/>
          </a:p>
          <a:p>
            <a:pPr marL="0" indent="0">
              <a:buNone/>
            </a:pPr>
            <a:r>
              <a:rPr lang="ko-KR" altLang="ko-KR" sz="1500">
                <a:ea typeface="맑은 고딕"/>
              </a:rPr>
              <a:t>전투 대기</a:t>
            </a:r>
            <a:r>
              <a:rPr lang="en-US" altLang="ko-KR" sz="1500">
                <a:ea typeface="맑은 고딕"/>
              </a:rPr>
              <a:t>: </a:t>
            </a:r>
            <a:r>
              <a:rPr lang="en-US" altLang="ko-KR" sz="1500" err="1">
                <a:ea typeface="맑은 고딕"/>
              </a:rPr>
              <a:t>뒷짐</a:t>
            </a:r>
            <a:r>
              <a:rPr lang="en-US" altLang="ko-KR" sz="1500">
                <a:ea typeface="맑은 고딕"/>
              </a:rPr>
              <a:t> </a:t>
            </a:r>
            <a:r>
              <a:rPr lang="en-US" altLang="ko-KR" sz="1500" err="1">
                <a:ea typeface="맑은 고딕"/>
              </a:rPr>
              <a:t>지고</a:t>
            </a:r>
            <a:r>
              <a:rPr lang="en-US" altLang="ko-KR" sz="1500">
                <a:ea typeface="맑은 고딕"/>
              </a:rPr>
              <a:t> </a:t>
            </a:r>
            <a:r>
              <a:rPr lang="en-US" altLang="ko-KR" sz="1500" err="1">
                <a:ea typeface="맑은 고딕"/>
              </a:rPr>
              <a:t>서있음</a:t>
            </a:r>
          </a:p>
          <a:p>
            <a:pPr marL="0" indent="0">
              <a:buNone/>
            </a:pPr>
            <a:endParaRPr lang="en-US" altLang="ko-KR" sz="1500"/>
          </a:p>
          <a:p>
            <a:pPr marL="0" indent="0">
              <a:buNone/>
            </a:pPr>
            <a:r>
              <a:rPr lang="ko-KR" altLang="ko-KR" sz="1500">
                <a:ea typeface="맑은 고딕"/>
              </a:rPr>
              <a:t>전투 이동</a:t>
            </a:r>
            <a:endParaRPr lang="en-US" altLang="ko-KR" sz="1500">
              <a:ea typeface="맑은 고딕"/>
            </a:endParaRPr>
          </a:p>
          <a:p>
            <a:pPr marL="0" indent="0">
              <a:buNone/>
            </a:pPr>
            <a:endParaRPr lang="en-US" altLang="ko-KR" sz="1500"/>
          </a:p>
          <a:p>
            <a:pPr marL="0" indent="0">
              <a:buNone/>
            </a:pPr>
            <a:r>
              <a:rPr lang="ko-KR" altLang="ko-KR" sz="1500"/>
              <a:t>텔레포트</a:t>
            </a:r>
            <a:r>
              <a:rPr lang="en-US" altLang="ko-KR" sz="1500"/>
              <a:t>: </a:t>
            </a:r>
            <a:r>
              <a:rPr lang="ko-KR" altLang="ko-KR" sz="1500"/>
              <a:t>푸른색 파티클을 주변에 생성후 도착 지점에 푸른색 파티클 생성</a:t>
            </a:r>
            <a:r>
              <a:rPr lang="en-US" altLang="ko-KR" sz="1500"/>
              <a:t>, </a:t>
            </a:r>
            <a:r>
              <a:rPr lang="ko-KR" altLang="ko-KR" sz="1500"/>
              <a:t>그후 도착 지점으로 이동</a:t>
            </a:r>
          </a:p>
          <a:p>
            <a:pPr marL="0" indent="0">
              <a:buNone/>
            </a:pPr>
            <a:endParaRPr lang="en-US" altLang="ko-KR" sz="1500"/>
          </a:p>
          <a:p>
            <a:pPr marL="0" indent="0">
              <a:buNone/>
            </a:pPr>
            <a:r>
              <a:rPr lang="ko-KR" altLang="ko-KR" sz="1500"/>
              <a:t>기본 공격</a:t>
            </a:r>
          </a:p>
          <a:p>
            <a:pPr marL="0" indent="0">
              <a:buNone/>
            </a:pPr>
            <a:r>
              <a:rPr lang="ko-KR" altLang="ko-KR" sz="1500"/>
              <a:t>손에서 마법 구체를 발사함</a:t>
            </a:r>
            <a:endParaRPr lang="en-US" altLang="ko-KR" sz="1500"/>
          </a:p>
          <a:p>
            <a:pPr marL="0" indent="0">
              <a:buNone/>
            </a:pPr>
            <a:endParaRPr lang="en-US" altLang="ko-KR" sz="1500"/>
          </a:p>
          <a:p>
            <a:pPr marL="0" indent="0">
              <a:buNone/>
            </a:pPr>
            <a:r>
              <a:rPr lang="ko-KR" altLang="ko-KR" sz="1500">
                <a:ea typeface="맑은 고딕"/>
              </a:rPr>
              <a:t>데미지 기본 동작</a:t>
            </a:r>
          </a:p>
          <a:p>
            <a:pPr marL="0" indent="0">
              <a:buNone/>
            </a:pPr>
            <a:r>
              <a:rPr lang="ko-KR" altLang="ko-KR" sz="1500"/>
              <a:t>피격</a:t>
            </a:r>
            <a:r>
              <a:rPr lang="en-US" altLang="ko-KR" sz="1500"/>
              <a:t>: </a:t>
            </a:r>
            <a:r>
              <a:rPr lang="ko-KR" altLang="ko-KR" sz="1500"/>
              <a:t>기계 부스러기가 떨어짐</a:t>
            </a:r>
          </a:p>
          <a:p>
            <a:pPr marL="0" indent="0">
              <a:buNone/>
            </a:pPr>
            <a:endParaRPr lang="en-US" altLang="ko-KR" sz="1500"/>
          </a:p>
          <a:p>
            <a:pPr marL="0" indent="0">
              <a:buNone/>
            </a:pPr>
            <a:r>
              <a:rPr lang="ko-KR" altLang="ko-KR" sz="1500"/>
              <a:t>데미지 추가 동작</a:t>
            </a:r>
          </a:p>
          <a:p>
            <a:pPr marL="0" indent="0">
              <a:buNone/>
            </a:pPr>
            <a:r>
              <a:rPr lang="ko-KR" altLang="ko-KR" sz="1500"/>
              <a:t>죽음</a:t>
            </a:r>
            <a:r>
              <a:rPr lang="en-US" altLang="ko-KR" sz="1500"/>
              <a:t>: </a:t>
            </a:r>
            <a:r>
              <a:rPr lang="ko-KR" altLang="ko-KR" sz="1500"/>
              <a:t>주인공 손에 잡힌 후 바스러짐</a:t>
            </a:r>
          </a:p>
          <a:p>
            <a:pPr marL="0" indent="0">
              <a:buNone/>
            </a:pPr>
            <a:r>
              <a:rPr lang="ko-KR" altLang="ko-KR" sz="1500"/>
              <a:t>스턴</a:t>
            </a:r>
            <a:r>
              <a:rPr lang="en-US" altLang="ko-KR" sz="1500"/>
              <a:t>: </a:t>
            </a:r>
            <a:r>
              <a:rPr lang="ko-KR" altLang="ko-KR" sz="1500"/>
              <a:t>번개 모양 파티클 생성</a:t>
            </a:r>
            <a:endParaRPr lang="en-US" altLang="ko-KR" sz="1500"/>
          </a:p>
          <a:p>
            <a:pPr marL="0" indent="0">
              <a:buNone/>
            </a:pPr>
            <a:endParaRPr lang="en-US" altLang="ko-KR" sz="1500"/>
          </a:p>
          <a:p>
            <a:pPr marL="0" indent="0">
              <a:buNone/>
            </a:pPr>
            <a:endParaRPr lang="en-US" altLang="ko-KR" sz="1500"/>
          </a:p>
          <a:p>
            <a:pPr marL="0" indent="0">
              <a:buNone/>
            </a:pPr>
            <a:endParaRPr lang="ko-KR" sz="1500"/>
          </a:p>
        </p:txBody>
      </p:sp>
    </p:spTree>
    <p:extLst>
      <p:ext uri="{BB962C8B-B14F-4D97-AF65-F5344CB8AC3E}">
        <p14:creationId xmlns:p14="http://schemas.microsoft.com/office/powerpoint/2010/main" val="3810420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numCol="1">
            <a:normAutofit/>
          </a:bodyPr>
          <a:lstStyle/>
          <a:p>
            <a:r>
              <a:rPr lang="ko-KR" altLang="en-US">
                <a:solidFill>
                  <a:srgbClr val="FFFFFF"/>
                </a:solidFill>
                <a:ea typeface="맑은 고딕"/>
              </a:rPr>
              <a:t>애니메이션</a:t>
            </a:r>
            <a:r>
              <a:rPr lang="ko-KR">
                <a:solidFill>
                  <a:srgbClr val="FFFFFF"/>
                </a:solidFill>
                <a:ea typeface="맑은 고딕"/>
              </a:rPr>
              <a:t> 리스트 </a:t>
            </a:r>
            <a:r>
              <a:rPr lang="en-US" altLang="ko-KR">
                <a:solidFill>
                  <a:srgbClr val="FFFFFF"/>
                </a:solidFill>
                <a:ea typeface="맑은 고딕"/>
              </a:rPr>
              <a:t>2</a:t>
            </a:r>
            <a:endParaRPr lang="ko-KR">
              <a:solidFill>
                <a:srgbClr val="FFFFFF"/>
              </a:solidFill>
              <a:ea typeface="맑은 고딕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numCol="1" rtlCol="0" anchor="ctr">
            <a:normAutofit/>
          </a:bodyPr>
          <a:lstStyle/>
          <a:p>
            <a:pPr marL="0" indent="0">
              <a:buNone/>
            </a:pPr>
            <a:r>
              <a:rPr lang="ko-KR" altLang="ko-KR" sz="1500">
                <a:ea typeface="맑은 고딕"/>
              </a:rPr>
              <a:t>스킬 동작</a:t>
            </a:r>
            <a:endParaRPr lang="ko-KR" sz="1500">
              <a:ea typeface="맑은 고딕"/>
            </a:endParaRPr>
          </a:p>
          <a:p>
            <a:pPr marL="0" indent="0">
              <a:buNone/>
            </a:pPr>
            <a:endParaRPr lang="en-US" altLang="ko-KR" sz="1500">
              <a:ea typeface="맑은 고딕"/>
            </a:endParaRPr>
          </a:p>
          <a:p>
            <a:pPr marL="0" indent="0">
              <a:buNone/>
            </a:pPr>
            <a:r>
              <a:rPr lang="ko-KR" altLang="ko-KR" sz="1500">
                <a:ea typeface="맑은 고딕"/>
              </a:rPr>
              <a:t>시간 정지</a:t>
            </a:r>
            <a:r>
              <a:rPr lang="en-US" altLang="ko-KR" sz="1500">
                <a:ea typeface="맑은 고딕"/>
              </a:rPr>
              <a:t>: </a:t>
            </a:r>
            <a:r>
              <a:rPr lang="ko-KR" altLang="ko-KR" sz="1500">
                <a:ea typeface="맑은 고딕"/>
              </a:rPr>
              <a:t>땅에 손을 짚은 후</a:t>
            </a:r>
            <a:r>
              <a:rPr lang="en-US" altLang="ko-KR" sz="1500">
                <a:ea typeface="맑은 고딕"/>
              </a:rPr>
              <a:t> 3</a:t>
            </a:r>
            <a:r>
              <a:rPr lang="ko-KR" altLang="ko-KR" sz="1500">
                <a:ea typeface="맑은 고딕"/>
              </a:rPr>
              <a:t>개의 구조물 소환</a:t>
            </a:r>
            <a:r>
              <a:rPr lang="en-US" altLang="ko-KR" sz="1500">
                <a:ea typeface="맑은 고딕"/>
              </a:rPr>
              <a:t>, </a:t>
            </a:r>
            <a:r>
              <a:rPr lang="ko-KR" altLang="ko-KR" sz="1500">
                <a:ea typeface="맑은 고딕"/>
              </a:rPr>
              <a:t>구조물 파괴 실패시 맵이 회색으로 변함</a:t>
            </a:r>
            <a:r>
              <a:rPr lang="en-US" altLang="ko-KR" sz="1500">
                <a:ea typeface="맑은 고딕"/>
              </a:rPr>
              <a:t>, </a:t>
            </a:r>
            <a:r>
              <a:rPr lang="en-US" altLang="ko-KR" sz="1500" err="1">
                <a:ea typeface="맑은 고딕"/>
              </a:rPr>
              <a:t>구조물</a:t>
            </a:r>
            <a:r>
              <a:rPr lang="ko-KR" altLang="ko-KR" sz="1500">
                <a:ea typeface="맑은 고딕"/>
              </a:rPr>
              <a:t> 파괴 성공시 스턴 모션</a:t>
            </a:r>
            <a:endParaRPr lang="ko-KR" sz="1500">
              <a:ea typeface="맑은 고딕"/>
            </a:endParaRPr>
          </a:p>
          <a:p>
            <a:pPr marL="0" indent="0">
              <a:buNone/>
            </a:pPr>
            <a:endParaRPr lang="en-US" altLang="ko-KR" sz="1500">
              <a:ea typeface="맑은 고딕"/>
            </a:endParaRPr>
          </a:p>
          <a:p>
            <a:pPr marL="0" indent="0">
              <a:buNone/>
            </a:pPr>
            <a:r>
              <a:rPr lang="ko-KR" altLang="ko-KR" sz="1500">
                <a:ea typeface="맑은 고딕"/>
              </a:rPr>
              <a:t>부하 소환</a:t>
            </a:r>
            <a:r>
              <a:rPr lang="en-US" altLang="ko-KR" sz="1500">
                <a:ea typeface="맑은 고딕"/>
              </a:rPr>
              <a:t>: </a:t>
            </a:r>
            <a:r>
              <a:rPr lang="ko-KR" altLang="ko-KR" sz="1500">
                <a:ea typeface="맑은 고딕"/>
              </a:rPr>
              <a:t>품에서 구체를 손에 든 후 던짐</a:t>
            </a:r>
            <a:r>
              <a:rPr lang="en-US" altLang="ko-KR" sz="1500">
                <a:ea typeface="맑은 고딕"/>
              </a:rPr>
              <a:t>, </a:t>
            </a:r>
            <a:r>
              <a:rPr lang="ko-KR" altLang="ko-KR" sz="1500">
                <a:ea typeface="맑은 고딕"/>
              </a:rPr>
              <a:t>던져진 구체는 </a:t>
            </a:r>
            <a:r>
              <a:rPr lang="en-US" altLang="ko-KR" sz="1500">
                <a:ea typeface="맑은 고딕"/>
              </a:rPr>
              <a:t>2</a:t>
            </a:r>
            <a:r>
              <a:rPr lang="ko-KR" altLang="ko-KR" sz="1500">
                <a:ea typeface="맑은 고딕"/>
              </a:rPr>
              <a:t>초후 부하로 변화</a:t>
            </a:r>
            <a:endParaRPr lang="ko-KR" sz="1500">
              <a:ea typeface="맑은 고딕"/>
            </a:endParaRPr>
          </a:p>
          <a:p>
            <a:pPr marL="0" indent="0">
              <a:buNone/>
            </a:pPr>
            <a:endParaRPr lang="en-US" altLang="ko-KR" sz="1500">
              <a:ea typeface="맑은 고딕"/>
            </a:endParaRPr>
          </a:p>
          <a:p>
            <a:pPr marL="0" indent="0">
              <a:buNone/>
            </a:pPr>
            <a:r>
              <a:rPr lang="ko-KR" altLang="ko-KR" sz="1500">
                <a:ea typeface="맑은 고딕"/>
              </a:rPr>
              <a:t>시간 되감기</a:t>
            </a:r>
            <a:r>
              <a:rPr lang="en-US" altLang="ko-KR" sz="1500">
                <a:ea typeface="맑은 고딕"/>
              </a:rPr>
              <a:t>(HP </a:t>
            </a:r>
            <a:r>
              <a:rPr lang="ko-KR" altLang="ko-KR" sz="1500">
                <a:ea typeface="맑은 고딕"/>
              </a:rPr>
              <a:t>회복</a:t>
            </a:r>
            <a:r>
              <a:rPr lang="en-US" altLang="ko-KR" sz="1500">
                <a:ea typeface="맑은 고딕"/>
              </a:rPr>
              <a:t>): </a:t>
            </a:r>
            <a:r>
              <a:rPr lang="ko-KR" altLang="ko-KR" sz="1500">
                <a:ea typeface="맑은 고딕"/>
              </a:rPr>
              <a:t>오른손을 자기 몸에 가져다댐</a:t>
            </a:r>
            <a:r>
              <a:rPr lang="en-US" altLang="ko-KR" sz="1500">
                <a:ea typeface="맑은 고딕"/>
              </a:rPr>
              <a:t>, </a:t>
            </a:r>
            <a:r>
              <a:rPr lang="ko-KR" altLang="ko-KR" sz="1500">
                <a:ea typeface="맑은 고딕"/>
              </a:rPr>
              <a:t>몸 주위 초록색 파티클 생성</a:t>
            </a:r>
            <a:endParaRPr lang="en-US" altLang="ko-KR" sz="1500">
              <a:ea typeface="맑은 고딕"/>
            </a:endParaRPr>
          </a:p>
          <a:p>
            <a:pPr marL="0" indent="0">
              <a:buNone/>
            </a:pPr>
            <a:r>
              <a:rPr lang="ko-KR" sz="1500">
                <a:ea typeface="맑은 고딕"/>
              </a:rPr>
              <a:t>발동</a:t>
            </a:r>
            <a:r>
              <a:rPr lang="ko-KR" altLang="en-US" sz="1500">
                <a:ea typeface="맑은 고딕"/>
              </a:rPr>
              <a:t> 중</a:t>
            </a:r>
            <a:r>
              <a:rPr lang="ko-KR" sz="1500">
                <a:ea typeface="맑은 고딕"/>
              </a:rPr>
              <a:t> 피격시 떨어졌던 기계 부스러기가 몸으로 돌아오고 </a:t>
            </a:r>
            <a:r>
              <a:rPr lang="en-US" altLang="ko-KR" sz="1500">
                <a:ea typeface="맑은 고딕"/>
              </a:rPr>
              <a:t>, </a:t>
            </a:r>
            <a:r>
              <a:rPr lang="ko-KR" sz="1500">
                <a:ea typeface="맑은 고딕"/>
              </a:rPr>
              <a:t>발동 </a:t>
            </a:r>
            <a:r>
              <a:rPr lang="ko-KR" altLang="en-US" sz="1500">
                <a:ea typeface="맑은 고딕"/>
              </a:rPr>
              <a:t>중지시</a:t>
            </a:r>
            <a:r>
              <a:rPr lang="ko-KR" sz="1500">
                <a:ea typeface="맑은 고딕"/>
              </a:rPr>
              <a:t> 초록색 파티클 제거 후 뒤로 조금 밀려남</a:t>
            </a:r>
            <a:endParaRPr lang="en-US" altLang="ko-KR" sz="1500">
              <a:ea typeface="맑은 고딕"/>
            </a:endParaRPr>
          </a:p>
          <a:p>
            <a:pPr marL="0" indent="0">
              <a:buNone/>
            </a:pPr>
            <a:endParaRPr lang="en-US" altLang="ko-KR" sz="1500">
              <a:ea typeface="맑은 고딕"/>
            </a:endParaRPr>
          </a:p>
          <a:p>
            <a:pPr marL="0" indent="0">
              <a:buNone/>
            </a:pPr>
            <a:r>
              <a:rPr lang="en-US" altLang="ko-KR" sz="1500" err="1">
                <a:ea typeface="맑은 고딕"/>
              </a:rPr>
              <a:t>비상</a:t>
            </a:r>
            <a:r>
              <a:rPr lang="en-US" altLang="ko-KR" sz="1500">
                <a:ea typeface="맑은 고딕"/>
              </a:rPr>
              <a:t> </a:t>
            </a:r>
            <a:r>
              <a:rPr lang="en-US" altLang="ko-KR" sz="1500" err="1">
                <a:ea typeface="맑은 고딕"/>
              </a:rPr>
              <a:t>탈출</a:t>
            </a:r>
            <a:r>
              <a:rPr lang="en-US" altLang="ko-KR" sz="1500">
                <a:ea typeface="맑은 고딕"/>
              </a:rPr>
              <a:t>: </a:t>
            </a:r>
            <a:r>
              <a:rPr lang="ko-KR" sz="1500">
                <a:ea typeface="맑은 고딕"/>
              </a:rPr>
              <a:t>몸에서 머리만 분리후 도주</a:t>
            </a:r>
            <a:r>
              <a:rPr lang="ko-KR" altLang="en-US" sz="1500">
                <a:ea typeface="맑은 고딕"/>
              </a:rPr>
              <a:t> 그후 몸통은 부하가 가지고감</a:t>
            </a:r>
            <a:endParaRPr lang="en-US" altLang="ko-KR" sz="1500">
              <a:ea typeface="맑은 고딕"/>
            </a:endParaRPr>
          </a:p>
          <a:p>
            <a:pPr marL="0" indent="0">
              <a:buNone/>
            </a:pPr>
            <a:endParaRPr lang="ko-KR" sz="1500">
              <a:ea typeface="맑은 고딕"/>
            </a:endParaRPr>
          </a:p>
          <a:p>
            <a:pPr marL="0" indent="0">
              <a:buNone/>
            </a:pPr>
            <a:r>
              <a:rPr lang="ko-KR" sz="1500">
                <a:ea typeface="맑은 고딕"/>
              </a:rPr>
              <a:t>회피 텔레포트:</a:t>
            </a:r>
            <a:r>
              <a:rPr lang="ko-KR" altLang="en-US" sz="1500">
                <a:ea typeface="맑은 고딕"/>
              </a:rPr>
              <a:t> (매우 빠른 속도) 현재 위치와 뒤 쪽에 포탈 생성 후 이동</a:t>
            </a:r>
            <a:endParaRPr lang="ko-KR" sz="1500">
              <a:ea typeface="맑은 고딕"/>
            </a:endParaRPr>
          </a:p>
          <a:p>
            <a:pPr marL="0" indent="0">
              <a:buNone/>
            </a:pPr>
            <a:endParaRPr lang="ko-KR" altLang="ko-KR" sz="1500"/>
          </a:p>
          <a:p>
            <a:pPr marL="0" indent="0">
              <a:buNone/>
            </a:pPr>
            <a:endParaRPr lang="ko-KR" altLang="ko-KR" sz="1500"/>
          </a:p>
        </p:txBody>
      </p:sp>
    </p:spTree>
    <p:extLst>
      <p:ext uri="{BB962C8B-B14F-4D97-AF65-F5344CB8AC3E}">
        <p14:creationId xmlns:p14="http://schemas.microsoft.com/office/powerpoint/2010/main" val="2409274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04B136-7310-634F-9792-4050B99F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ko-KR" altLang="en-US">
                <a:solidFill>
                  <a:srgbClr val="FFFFFF"/>
                </a:solidFill>
                <a:ea typeface="맑은 고딕"/>
              </a:rPr>
              <a:t>에니메이션 리스트 3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25886-1066-6102-5368-6B5256018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numCol="1" rtlCol="0" anchor="ctr">
            <a:normAutofit/>
          </a:bodyPr>
          <a:lstStyle/>
          <a:p>
            <a:pPr marL="0" indent="0">
              <a:buNone/>
            </a:pPr>
            <a:r>
              <a:rPr lang="ko-KR" altLang="en-US" sz="1500">
                <a:ea typeface="맑은 고딕"/>
              </a:rPr>
              <a:t>연출 동작</a:t>
            </a:r>
          </a:p>
          <a:p>
            <a:pPr marL="0" indent="0">
              <a:buNone/>
            </a:pPr>
            <a:endParaRPr lang="ko-KR" altLang="en-US" sz="1500">
              <a:ea typeface="맑은 고딕"/>
            </a:endParaRPr>
          </a:p>
          <a:p>
            <a:pPr marL="0" indent="0">
              <a:buNone/>
            </a:pPr>
            <a:r>
              <a:rPr lang="ko-KR" altLang="en-US" sz="1500">
                <a:ea typeface="맑은 고딕"/>
              </a:rPr>
              <a:t>시간 가속: 컷신</a:t>
            </a:r>
          </a:p>
          <a:p>
            <a:pPr marL="0" indent="0">
              <a:buNone/>
            </a:pPr>
            <a:endParaRPr lang="ko-KR" altLang="en-US" sz="1500">
              <a:ea typeface="맑은 고딕"/>
            </a:endParaRPr>
          </a:p>
          <a:p>
            <a:pPr marL="0" indent="0">
              <a:buNone/>
            </a:pPr>
            <a:r>
              <a:rPr lang="ko-KR" altLang="en-US" sz="1500">
                <a:ea typeface="맑은 고딕"/>
              </a:rPr>
              <a:t>시간 가속2: 컷신</a:t>
            </a:r>
          </a:p>
          <a:p>
            <a:pPr marL="0" indent="0">
              <a:buNone/>
            </a:pPr>
            <a:endParaRPr lang="ko-KR" altLang="en-US" sz="1500">
              <a:ea typeface="맑은 고딕"/>
            </a:endParaRPr>
          </a:p>
          <a:p>
            <a:pPr marL="0" indent="0">
              <a:buNone/>
            </a:pPr>
            <a:r>
              <a:rPr lang="ko-KR" altLang="en-US" sz="1500">
                <a:ea typeface="맑은 고딕"/>
              </a:rPr>
              <a:t>부활: 몸통을 부하가 가지고 온 후 합체함</a:t>
            </a:r>
          </a:p>
        </p:txBody>
      </p:sp>
    </p:spTree>
    <p:extLst>
      <p:ext uri="{BB962C8B-B14F-4D97-AF65-F5344CB8AC3E}">
        <p14:creationId xmlns:p14="http://schemas.microsoft.com/office/powerpoint/2010/main" val="3059133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640" y="804169"/>
            <a:ext cx="5221805" cy="5768709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F3800459-9BC7-7DC2-4C70-299E0BB5EC7C}"/>
              </a:ext>
            </a:extLst>
          </p:cNvPr>
          <p:cNvSpPr/>
          <p:nvPr/>
        </p:nvSpPr>
        <p:spPr>
          <a:xfrm rot="10800000">
            <a:off x="3144977" y="4644037"/>
            <a:ext cx="298426" cy="1088797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22FDE4F-C62D-CA5A-7F08-9F08823821D2}"/>
              </a:ext>
            </a:extLst>
          </p:cNvPr>
          <p:cNvSpPr/>
          <p:nvPr/>
        </p:nvSpPr>
        <p:spPr>
          <a:xfrm rot="-2760000">
            <a:off x="2321590" y="2862239"/>
            <a:ext cx="332042" cy="146213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0DA0643-B126-9FB9-2EF1-58D098CA7632}"/>
              </a:ext>
            </a:extLst>
          </p:cNvPr>
          <p:cNvSpPr/>
          <p:nvPr/>
        </p:nvSpPr>
        <p:spPr>
          <a:xfrm rot="5400000">
            <a:off x="3152767" y="4157465"/>
            <a:ext cx="309632" cy="2392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0AF2B02-8653-2AE1-D5AD-DBA90159DF15}"/>
              </a:ext>
            </a:extLst>
          </p:cNvPr>
          <p:cNvSpPr/>
          <p:nvPr/>
        </p:nvSpPr>
        <p:spPr>
          <a:xfrm rot="2820000">
            <a:off x="2321591" y="1304621"/>
            <a:ext cx="332042" cy="146213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6621B5E-760B-B1F4-7815-448670C24797}"/>
              </a:ext>
            </a:extLst>
          </p:cNvPr>
          <p:cNvSpPr/>
          <p:nvPr/>
        </p:nvSpPr>
        <p:spPr>
          <a:xfrm rot="19080000">
            <a:off x="3868003" y="1371857"/>
            <a:ext cx="332042" cy="146213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7959" y="4613"/>
            <a:ext cx="8642466" cy="931660"/>
          </a:xfrm>
        </p:spPr>
        <p:txBody>
          <a:bodyPr numCol="1">
            <a:normAutofit/>
          </a:bodyPr>
          <a:lstStyle/>
          <a:p>
            <a:r>
              <a:rPr lang="ko-KR">
                <a:ea typeface="맑은 고딕"/>
              </a:rPr>
              <a:t>맵</a:t>
            </a:r>
            <a:r>
              <a:rPr lang="ko-KR" altLang="en-US">
                <a:ea typeface="맑은 고딕"/>
              </a:rPr>
              <a:t> 컨셉 1 </a:t>
            </a:r>
            <a:r>
              <a:rPr lang="en-US" altLang="ko-KR">
                <a:ea typeface="맑은 고딕"/>
              </a:rPr>
              <a:t>(</a:t>
            </a:r>
            <a:r>
              <a:rPr lang="ko-KR">
                <a:ea typeface="맑은 고딕"/>
              </a:rPr>
              <a:t>시간 관리국</a:t>
            </a:r>
            <a:r>
              <a:rPr lang="en-US" altLang="ko-KR">
                <a:ea typeface="맑은 고딕"/>
              </a:rPr>
              <a:t>)</a:t>
            </a:r>
            <a:endParaRPr lang="ko-KR">
              <a:ea typeface="맑은 고딕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134951" y="1669756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7" name="타원 6"/>
          <p:cNvSpPr/>
          <p:nvPr/>
        </p:nvSpPr>
        <p:spPr>
          <a:xfrm>
            <a:off x="2849376" y="935973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0" name="직사각형 9"/>
          <p:cNvSpPr/>
          <p:nvPr/>
        </p:nvSpPr>
        <p:spPr>
          <a:xfrm rot="5400000">
            <a:off x="3873800" y="2414950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2" name="직사각형 11"/>
          <p:cNvSpPr/>
          <p:nvPr/>
        </p:nvSpPr>
        <p:spPr>
          <a:xfrm rot="10800000">
            <a:off x="3134951" y="3160143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4" name="직사각형 13"/>
          <p:cNvSpPr/>
          <p:nvPr/>
        </p:nvSpPr>
        <p:spPr>
          <a:xfrm rot="5400000">
            <a:off x="2351548" y="2414950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9" name="타원 8"/>
          <p:cNvSpPr/>
          <p:nvPr/>
        </p:nvSpPr>
        <p:spPr>
          <a:xfrm>
            <a:off x="2849376" y="2418753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1" name="타원 10"/>
          <p:cNvSpPr/>
          <p:nvPr/>
        </p:nvSpPr>
        <p:spPr>
          <a:xfrm>
            <a:off x="4325718" y="2418753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5" name="타원 14"/>
          <p:cNvSpPr/>
          <p:nvPr/>
        </p:nvSpPr>
        <p:spPr>
          <a:xfrm>
            <a:off x="1328480" y="2418753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9" name="TextBox 18"/>
          <p:cNvSpPr txBox="1"/>
          <p:nvPr/>
        </p:nvSpPr>
        <p:spPr>
          <a:xfrm>
            <a:off x="3005134" y="5974247"/>
            <a:ext cx="583769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endParaRPr lang="ko-KR"/>
          </a:p>
        </p:txBody>
      </p:sp>
      <p:sp>
        <p:nvSpPr>
          <p:cNvPr id="24" name="직사각형 23"/>
          <p:cNvSpPr/>
          <p:nvPr/>
        </p:nvSpPr>
        <p:spPr>
          <a:xfrm rot="5400000">
            <a:off x="3909988" y="3924679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3" name="직사각형 22"/>
          <p:cNvSpPr/>
          <p:nvPr/>
        </p:nvSpPr>
        <p:spPr>
          <a:xfrm rot="5400000">
            <a:off x="2331076" y="3916737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6" name="타원 15"/>
          <p:cNvSpPr/>
          <p:nvPr/>
        </p:nvSpPr>
        <p:spPr>
          <a:xfrm>
            <a:off x="2849375" y="3920541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7" name="직사각형 26"/>
          <p:cNvSpPr/>
          <p:nvPr/>
        </p:nvSpPr>
        <p:spPr>
          <a:xfrm>
            <a:off x="1621742" y="4644212"/>
            <a:ext cx="298426" cy="54864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30" name="직사각형 29"/>
          <p:cNvSpPr/>
          <p:nvPr/>
        </p:nvSpPr>
        <p:spPr>
          <a:xfrm>
            <a:off x="4611292" y="4644212"/>
            <a:ext cx="298426" cy="54864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2" name="타원 21"/>
          <p:cNvSpPr/>
          <p:nvPr/>
        </p:nvSpPr>
        <p:spPr>
          <a:xfrm>
            <a:off x="4325718" y="3925412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1" name="타원 20"/>
          <p:cNvSpPr/>
          <p:nvPr/>
        </p:nvSpPr>
        <p:spPr>
          <a:xfrm>
            <a:off x="1331270" y="3920541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31" name="직사각형 30"/>
          <p:cNvSpPr/>
          <p:nvPr/>
        </p:nvSpPr>
        <p:spPr>
          <a:xfrm rot="6769002">
            <a:off x="2358391" y="5356681"/>
            <a:ext cx="298426" cy="941232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5" name="타원 24"/>
          <p:cNvSpPr/>
          <p:nvPr/>
        </p:nvSpPr>
        <p:spPr>
          <a:xfrm>
            <a:off x="1336167" y="5069255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34" name="직사각형 33"/>
          <p:cNvSpPr/>
          <p:nvPr/>
        </p:nvSpPr>
        <p:spPr>
          <a:xfrm rot="3998092">
            <a:off x="3905208" y="5371256"/>
            <a:ext cx="298426" cy="941232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6" name="타원 25"/>
          <p:cNvSpPr/>
          <p:nvPr/>
        </p:nvSpPr>
        <p:spPr>
          <a:xfrm>
            <a:off x="4325718" y="5062245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7" name="타원 16"/>
          <p:cNvSpPr/>
          <p:nvPr/>
        </p:nvSpPr>
        <p:spPr>
          <a:xfrm>
            <a:off x="2846451" y="5608917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0" name="TextBox 19"/>
          <p:cNvSpPr txBox="1"/>
          <p:nvPr/>
        </p:nvSpPr>
        <p:spPr>
          <a:xfrm>
            <a:off x="2979490" y="941505"/>
            <a:ext cx="655627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ko-KR"/>
              <a:t>입구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1526" y="5854557"/>
            <a:ext cx="955963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r>
              <a:rPr lang="ko-KR">
                <a:ea typeface="맑은 고딕"/>
              </a:rPr>
              <a:t>크로노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07DB6A-F0C3-5553-1703-635C6944DEF5}"/>
              </a:ext>
            </a:extLst>
          </p:cNvPr>
          <p:cNvSpPr txBox="1"/>
          <p:nvPr/>
        </p:nvSpPr>
        <p:spPr>
          <a:xfrm>
            <a:off x="6095998" y="902368"/>
            <a:ext cx="109286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200">
                <a:ea typeface="맑은 고딕"/>
              </a:rPr>
              <a:t>  내부</a:t>
            </a:r>
          </a:p>
          <a:p>
            <a:pPr algn="l"/>
            <a:r>
              <a:rPr lang="ko-KR" altLang="en-US" sz="2200">
                <a:ea typeface="맑은 고딕"/>
              </a:rPr>
              <a:t>청사진</a:t>
            </a:r>
            <a:endParaRPr lang="ko-KR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FB48DD8-408A-EFE9-C3AA-DF0583BA0B50}"/>
              </a:ext>
            </a:extLst>
          </p:cNvPr>
          <p:cNvCxnSpPr/>
          <p:nvPr/>
        </p:nvCxnSpPr>
        <p:spPr>
          <a:xfrm flipH="1">
            <a:off x="5995736" y="1734552"/>
            <a:ext cx="1022684" cy="10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6D0759-AD5F-257B-7214-37D96B5EB8D0}"/>
              </a:ext>
            </a:extLst>
          </p:cNvPr>
          <p:cNvSpPr txBox="1"/>
          <p:nvPr/>
        </p:nvSpPr>
        <p:spPr>
          <a:xfrm>
            <a:off x="6393840" y="3992832"/>
            <a:ext cx="127334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 모티브</a:t>
            </a:r>
          </a:p>
          <a:p>
            <a:r>
              <a:rPr lang="ko-KR" altLang="en-US">
                <a:ea typeface="맑은 고딕"/>
              </a:rPr>
              <a:t>(세피로트의 나무)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32AF8AE-69BC-5E81-4044-1B11F0E36D69}"/>
              </a:ext>
            </a:extLst>
          </p:cNvPr>
          <p:cNvCxnSpPr>
            <a:cxnSpLocks/>
          </p:cNvCxnSpPr>
          <p:nvPr/>
        </p:nvCxnSpPr>
        <p:spPr>
          <a:xfrm flipV="1">
            <a:off x="6393840" y="4965385"/>
            <a:ext cx="105276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3A1AA53-9FF3-5A6F-2D29-79C45660DAF9}"/>
              </a:ext>
            </a:extLst>
          </p:cNvPr>
          <p:cNvSpPr/>
          <p:nvPr/>
        </p:nvSpPr>
        <p:spPr>
          <a:xfrm>
            <a:off x="2865757" y="1289856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913434B-8A8B-C4AA-C977-B577C442A060}"/>
              </a:ext>
            </a:extLst>
          </p:cNvPr>
          <p:cNvSpPr/>
          <p:nvPr/>
        </p:nvSpPr>
        <p:spPr>
          <a:xfrm>
            <a:off x="3227294" y="2790264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099E4B9-25A1-1B33-0881-3E2F4A961C4C}"/>
              </a:ext>
            </a:extLst>
          </p:cNvPr>
          <p:cNvSpPr/>
          <p:nvPr/>
        </p:nvSpPr>
        <p:spPr>
          <a:xfrm>
            <a:off x="1501587" y="2532528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D30BE90-05CA-5D91-E0BC-80B304668C38}"/>
              </a:ext>
            </a:extLst>
          </p:cNvPr>
          <p:cNvSpPr/>
          <p:nvPr/>
        </p:nvSpPr>
        <p:spPr>
          <a:xfrm>
            <a:off x="4986616" y="2577351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70265E7-21F5-CBF8-E01D-3D28A0987E68}"/>
              </a:ext>
            </a:extLst>
          </p:cNvPr>
          <p:cNvSpPr/>
          <p:nvPr/>
        </p:nvSpPr>
        <p:spPr>
          <a:xfrm>
            <a:off x="3238499" y="4291852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13F253B-5136-B339-3428-5D1305FDE0CD}"/>
              </a:ext>
            </a:extLst>
          </p:cNvPr>
          <p:cNvSpPr/>
          <p:nvPr/>
        </p:nvSpPr>
        <p:spPr>
          <a:xfrm>
            <a:off x="1378323" y="4291852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DEB097D-486E-33F4-C624-6B2DB40CF126}"/>
              </a:ext>
            </a:extLst>
          </p:cNvPr>
          <p:cNvSpPr/>
          <p:nvPr/>
        </p:nvSpPr>
        <p:spPr>
          <a:xfrm>
            <a:off x="4986617" y="4291852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56413E-1943-D0F3-CF37-FE6F70E70025}"/>
              </a:ext>
            </a:extLst>
          </p:cNvPr>
          <p:cNvSpPr/>
          <p:nvPr/>
        </p:nvSpPr>
        <p:spPr>
          <a:xfrm>
            <a:off x="1445557" y="5614146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B0F5E42-2CBE-FFC0-886C-1D98A0B281B5}"/>
              </a:ext>
            </a:extLst>
          </p:cNvPr>
          <p:cNvSpPr/>
          <p:nvPr/>
        </p:nvSpPr>
        <p:spPr>
          <a:xfrm>
            <a:off x="4930586" y="5681380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0F2B934-4082-39E0-262C-3DB7A6044B52}"/>
              </a:ext>
            </a:extLst>
          </p:cNvPr>
          <p:cNvSpPr/>
          <p:nvPr/>
        </p:nvSpPr>
        <p:spPr>
          <a:xfrm>
            <a:off x="3216087" y="6342528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림 45" descr="스케치, 그림, 라인 아트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A94004-C9CD-5076-CA38-FC7F1EDCC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8071876" y="560"/>
            <a:ext cx="4116481" cy="6856878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CCDAAE-AF28-AD07-0691-3D29A2904879}"/>
              </a:ext>
            </a:extLst>
          </p:cNvPr>
          <p:cNvSpPr/>
          <p:nvPr/>
        </p:nvSpPr>
        <p:spPr>
          <a:xfrm rot="2820000">
            <a:off x="3905748" y="2868725"/>
            <a:ext cx="332042" cy="146213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472966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5">
            <a:extLst>
              <a:ext uri="{FF2B5EF4-FFF2-40B4-BE49-F238E27FC236}">
                <a16:creationId xmlns:a16="http://schemas.microsoft.com/office/drawing/2014/main" id="{590CF39F-273D-3E2B-D9FA-87F0E4AD9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84" y="432461"/>
            <a:ext cx="5221805" cy="5768709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1DAE158-406C-5515-8C40-FF9F210D250F}"/>
              </a:ext>
            </a:extLst>
          </p:cNvPr>
          <p:cNvSpPr/>
          <p:nvPr/>
        </p:nvSpPr>
        <p:spPr>
          <a:xfrm rot="10800000">
            <a:off x="9185220" y="4272329"/>
            <a:ext cx="298426" cy="1088797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2CC1FF-CDE3-CC81-13DA-188F1245D887}"/>
              </a:ext>
            </a:extLst>
          </p:cNvPr>
          <p:cNvSpPr/>
          <p:nvPr/>
        </p:nvSpPr>
        <p:spPr>
          <a:xfrm rot="18840000">
            <a:off x="8361833" y="2490531"/>
            <a:ext cx="332042" cy="146213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054A61-C41B-99EA-2958-63FA77DB6428}"/>
              </a:ext>
            </a:extLst>
          </p:cNvPr>
          <p:cNvSpPr/>
          <p:nvPr/>
        </p:nvSpPr>
        <p:spPr>
          <a:xfrm rot="5400000">
            <a:off x="9193011" y="3785757"/>
            <a:ext cx="309632" cy="2392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07D6D2-2F19-51AD-C486-C652917EEB1F}"/>
              </a:ext>
            </a:extLst>
          </p:cNvPr>
          <p:cNvSpPr/>
          <p:nvPr/>
        </p:nvSpPr>
        <p:spPr>
          <a:xfrm rot="2820000">
            <a:off x="8361835" y="932913"/>
            <a:ext cx="332042" cy="146213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6C7237-0F74-825B-8D5A-F4475D6899B7}"/>
              </a:ext>
            </a:extLst>
          </p:cNvPr>
          <p:cNvSpPr/>
          <p:nvPr/>
        </p:nvSpPr>
        <p:spPr>
          <a:xfrm rot="19080000">
            <a:off x="9908247" y="1000149"/>
            <a:ext cx="332042" cy="146213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702D99-66F0-F11E-0072-E2E110AB8A7D}"/>
              </a:ext>
            </a:extLst>
          </p:cNvPr>
          <p:cNvSpPr/>
          <p:nvPr/>
        </p:nvSpPr>
        <p:spPr>
          <a:xfrm>
            <a:off x="9175195" y="1298048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8925D7-5D75-E99A-F20A-57720689A25C}"/>
              </a:ext>
            </a:extLst>
          </p:cNvPr>
          <p:cNvSpPr/>
          <p:nvPr/>
        </p:nvSpPr>
        <p:spPr>
          <a:xfrm>
            <a:off x="8889619" y="564265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DA0FB7E-B86B-F2BF-4875-E98D945660CA}"/>
              </a:ext>
            </a:extLst>
          </p:cNvPr>
          <p:cNvSpPr/>
          <p:nvPr/>
        </p:nvSpPr>
        <p:spPr>
          <a:xfrm rot="5400000">
            <a:off x="9914043" y="2043242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4CE29E-D813-55A4-72E6-34688D8D0F08}"/>
              </a:ext>
            </a:extLst>
          </p:cNvPr>
          <p:cNvSpPr/>
          <p:nvPr/>
        </p:nvSpPr>
        <p:spPr>
          <a:xfrm rot="10800000">
            <a:off x="9175195" y="2788435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2530CE6-E571-5B84-89E9-1A60D4BA50FB}"/>
              </a:ext>
            </a:extLst>
          </p:cNvPr>
          <p:cNvSpPr/>
          <p:nvPr/>
        </p:nvSpPr>
        <p:spPr>
          <a:xfrm rot="5400000">
            <a:off x="8391792" y="2043242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335A296-D94B-D1A8-5A3B-A9CC9C220028}"/>
              </a:ext>
            </a:extLst>
          </p:cNvPr>
          <p:cNvSpPr/>
          <p:nvPr/>
        </p:nvSpPr>
        <p:spPr>
          <a:xfrm>
            <a:off x="8889619" y="2047045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B51DACA-50B3-0B99-467C-76B11E866632}"/>
              </a:ext>
            </a:extLst>
          </p:cNvPr>
          <p:cNvSpPr/>
          <p:nvPr/>
        </p:nvSpPr>
        <p:spPr>
          <a:xfrm>
            <a:off x="10365962" y="2047045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CCE38E2-C890-0EF4-EF48-7A57DE8521FD}"/>
              </a:ext>
            </a:extLst>
          </p:cNvPr>
          <p:cNvSpPr/>
          <p:nvPr/>
        </p:nvSpPr>
        <p:spPr>
          <a:xfrm>
            <a:off x="7368724" y="2047045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0F46F5-1B76-FCF5-BC7D-D38EFC888966}"/>
              </a:ext>
            </a:extLst>
          </p:cNvPr>
          <p:cNvSpPr txBox="1"/>
          <p:nvPr/>
        </p:nvSpPr>
        <p:spPr>
          <a:xfrm>
            <a:off x="9045377" y="5602539"/>
            <a:ext cx="583769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endParaRPr lang="ko-KR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C014781-90E1-9BD5-0E76-E9DD6C4247EB}"/>
              </a:ext>
            </a:extLst>
          </p:cNvPr>
          <p:cNvSpPr/>
          <p:nvPr/>
        </p:nvSpPr>
        <p:spPr>
          <a:xfrm rot="5400000">
            <a:off x="9950231" y="3552971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E57027D-D26A-2F69-255C-393E7186C910}"/>
              </a:ext>
            </a:extLst>
          </p:cNvPr>
          <p:cNvSpPr/>
          <p:nvPr/>
        </p:nvSpPr>
        <p:spPr>
          <a:xfrm rot="5400000">
            <a:off x="8371320" y="3545029"/>
            <a:ext cx="298426" cy="868219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51D1662-0103-5C18-6EAC-C18810757B73}"/>
              </a:ext>
            </a:extLst>
          </p:cNvPr>
          <p:cNvSpPr/>
          <p:nvPr/>
        </p:nvSpPr>
        <p:spPr>
          <a:xfrm>
            <a:off x="8889618" y="3548833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EBA153B-3D81-4A56-1EE4-5D7F7E4DB392}"/>
              </a:ext>
            </a:extLst>
          </p:cNvPr>
          <p:cNvSpPr/>
          <p:nvPr/>
        </p:nvSpPr>
        <p:spPr>
          <a:xfrm>
            <a:off x="7661986" y="4272504"/>
            <a:ext cx="298426" cy="54864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CE412D-199C-9B68-6E42-22F2927D2A03}"/>
              </a:ext>
            </a:extLst>
          </p:cNvPr>
          <p:cNvSpPr/>
          <p:nvPr/>
        </p:nvSpPr>
        <p:spPr>
          <a:xfrm>
            <a:off x="10651536" y="4272504"/>
            <a:ext cx="298426" cy="54864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CCB6D057-1A78-F959-4CA6-6162BF017E14}"/>
              </a:ext>
            </a:extLst>
          </p:cNvPr>
          <p:cNvSpPr/>
          <p:nvPr/>
        </p:nvSpPr>
        <p:spPr>
          <a:xfrm>
            <a:off x="10365962" y="3553704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F5DF093-7DD3-D9A4-1616-8D348549053D}"/>
              </a:ext>
            </a:extLst>
          </p:cNvPr>
          <p:cNvSpPr/>
          <p:nvPr/>
        </p:nvSpPr>
        <p:spPr>
          <a:xfrm>
            <a:off x="7371513" y="3548833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EFEABC4-AF71-44EC-26D2-B06D7135055D}"/>
              </a:ext>
            </a:extLst>
          </p:cNvPr>
          <p:cNvSpPr/>
          <p:nvPr/>
        </p:nvSpPr>
        <p:spPr>
          <a:xfrm rot="6769002">
            <a:off x="8398635" y="4984973"/>
            <a:ext cx="298426" cy="941232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3C6EE00-B30F-818D-1249-E6F923BCC4D0}"/>
              </a:ext>
            </a:extLst>
          </p:cNvPr>
          <p:cNvSpPr/>
          <p:nvPr/>
        </p:nvSpPr>
        <p:spPr>
          <a:xfrm>
            <a:off x="7376411" y="4697547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C2EBE0E-98AE-CDE6-6A17-5CAE49147D20}"/>
              </a:ext>
            </a:extLst>
          </p:cNvPr>
          <p:cNvSpPr/>
          <p:nvPr/>
        </p:nvSpPr>
        <p:spPr>
          <a:xfrm rot="3998092">
            <a:off x="9945452" y="4999548"/>
            <a:ext cx="298426" cy="941232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FC16C44C-53A9-3520-86DC-F5332BBD06CD}"/>
              </a:ext>
            </a:extLst>
          </p:cNvPr>
          <p:cNvSpPr/>
          <p:nvPr/>
        </p:nvSpPr>
        <p:spPr>
          <a:xfrm>
            <a:off x="10365962" y="4690537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3279516-3757-597D-DC9C-DFFE2A605299}"/>
              </a:ext>
            </a:extLst>
          </p:cNvPr>
          <p:cNvSpPr/>
          <p:nvPr/>
        </p:nvSpPr>
        <p:spPr>
          <a:xfrm>
            <a:off x="8886695" y="5237209"/>
            <a:ext cx="869576" cy="860612"/>
          </a:xfrm>
          <a:prstGeom prst="ellipse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C18AD7-6429-49B0-8D01-2CA641829B25}"/>
              </a:ext>
            </a:extLst>
          </p:cNvPr>
          <p:cNvSpPr txBox="1"/>
          <p:nvPr/>
        </p:nvSpPr>
        <p:spPr>
          <a:xfrm>
            <a:off x="8901769" y="5482849"/>
            <a:ext cx="955963" cy="36933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endParaRPr lang="ko-KR">
              <a:ea typeface="맑은 고딕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AB2F02F-536D-3E29-BDE5-6EC663A8A481}"/>
              </a:ext>
            </a:extLst>
          </p:cNvPr>
          <p:cNvSpPr/>
          <p:nvPr/>
        </p:nvSpPr>
        <p:spPr>
          <a:xfrm>
            <a:off x="8906001" y="918148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60A11BC-1234-D827-B4F1-03685FBF918C}"/>
              </a:ext>
            </a:extLst>
          </p:cNvPr>
          <p:cNvSpPr/>
          <p:nvPr/>
        </p:nvSpPr>
        <p:spPr>
          <a:xfrm>
            <a:off x="9267537" y="2418556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0279D6F-5B02-CAD3-912C-F0BC4FF73D92}"/>
              </a:ext>
            </a:extLst>
          </p:cNvPr>
          <p:cNvSpPr/>
          <p:nvPr/>
        </p:nvSpPr>
        <p:spPr>
          <a:xfrm>
            <a:off x="7541831" y="2160820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DA01BFE-1BDB-38C2-CC90-15F425845FB9}"/>
              </a:ext>
            </a:extLst>
          </p:cNvPr>
          <p:cNvSpPr/>
          <p:nvPr/>
        </p:nvSpPr>
        <p:spPr>
          <a:xfrm>
            <a:off x="11026860" y="2205643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4061482-9E15-E84E-29EA-226E577AF58B}"/>
              </a:ext>
            </a:extLst>
          </p:cNvPr>
          <p:cNvSpPr/>
          <p:nvPr/>
        </p:nvSpPr>
        <p:spPr>
          <a:xfrm>
            <a:off x="9278743" y="3920144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32FC569-E447-5285-7A5A-49CF84D49E79}"/>
              </a:ext>
            </a:extLst>
          </p:cNvPr>
          <p:cNvSpPr/>
          <p:nvPr/>
        </p:nvSpPr>
        <p:spPr>
          <a:xfrm>
            <a:off x="7418567" y="3920144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A442C57-0C29-408A-AEEF-B1765230765C}"/>
              </a:ext>
            </a:extLst>
          </p:cNvPr>
          <p:cNvSpPr/>
          <p:nvPr/>
        </p:nvSpPr>
        <p:spPr>
          <a:xfrm>
            <a:off x="11026861" y="3920144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B347B80-0D72-96F2-9B5B-F87CBDE595A2}"/>
              </a:ext>
            </a:extLst>
          </p:cNvPr>
          <p:cNvSpPr/>
          <p:nvPr/>
        </p:nvSpPr>
        <p:spPr>
          <a:xfrm>
            <a:off x="7485801" y="5242438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39C207E-0B5F-B43D-7E5E-68F0488FCB45}"/>
              </a:ext>
            </a:extLst>
          </p:cNvPr>
          <p:cNvSpPr/>
          <p:nvPr/>
        </p:nvSpPr>
        <p:spPr>
          <a:xfrm>
            <a:off x="10970829" y="5309672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DA4B035-3240-418A-1A19-278181297CA7}"/>
              </a:ext>
            </a:extLst>
          </p:cNvPr>
          <p:cNvSpPr/>
          <p:nvPr/>
        </p:nvSpPr>
        <p:spPr>
          <a:xfrm>
            <a:off x="9256331" y="5970820"/>
            <a:ext cx="123264" cy="1232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9C5320C5-56D2-ADB4-7A20-AE3EBEFD2FDE}"/>
              </a:ext>
            </a:extLst>
          </p:cNvPr>
          <p:cNvSpPr/>
          <p:nvPr/>
        </p:nvSpPr>
        <p:spPr>
          <a:xfrm rot="2820000">
            <a:off x="9945992" y="2497017"/>
            <a:ext cx="332042" cy="1462130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9C78BE-7C65-E82A-86E8-FF8C41FB731A}"/>
              </a:ext>
            </a:extLst>
          </p:cNvPr>
          <p:cNvSpPr txBox="1"/>
          <p:nvPr/>
        </p:nvSpPr>
        <p:spPr>
          <a:xfrm>
            <a:off x="9180469" y="742712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1</a:t>
            </a:r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8F9E4E8-7ECE-ACB5-C9DB-0F1932275096}"/>
              </a:ext>
            </a:extLst>
          </p:cNvPr>
          <p:cNvSpPr txBox="1"/>
          <p:nvPr/>
        </p:nvSpPr>
        <p:spPr>
          <a:xfrm>
            <a:off x="9396129" y="2281089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9D179E0-51C6-584A-A56C-E33A0EB6F153}"/>
              </a:ext>
            </a:extLst>
          </p:cNvPr>
          <p:cNvSpPr txBox="1"/>
          <p:nvPr/>
        </p:nvSpPr>
        <p:spPr>
          <a:xfrm>
            <a:off x="10646959" y="2324221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E38962A-557F-2E89-F75E-F13A9B24F650}"/>
              </a:ext>
            </a:extLst>
          </p:cNvPr>
          <p:cNvSpPr txBox="1"/>
          <p:nvPr/>
        </p:nvSpPr>
        <p:spPr>
          <a:xfrm>
            <a:off x="7613336" y="2324221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9FF2E3-7218-81E7-1E89-F0411314E210}"/>
              </a:ext>
            </a:extLst>
          </p:cNvPr>
          <p:cNvSpPr txBox="1"/>
          <p:nvPr/>
        </p:nvSpPr>
        <p:spPr>
          <a:xfrm>
            <a:off x="9166090" y="5501617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D73893-3F26-0D50-5A00-E1B649907471}"/>
              </a:ext>
            </a:extLst>
          </p:cNvPr>
          <p:cNvSpPr txBox="1"/>
          <p:nvPr/>
        </p:nvSpPr>
        <p:spPr>
          <a:xfrm>
            <a:off x="7656468" y="4940900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F9D2F9A-03A6-8362-D9FC-85CB93AA43B2}"/>
              </a:ext>
            </a:extLst>
          </p:cNvPr>
          <p:cNvSpPr txBox="1"/>
          <p:nvPr/>
        </p:nvSpPr>
        <p:spPr>
          <a:xfrm>
            <a:off x="10675713" y="4940899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411DCE-2C37-9704-A939-EDCF4118B36F}"/>
              </a:ext>
            </a:extLst>
          </p:cNvPr>
          <p:cNvSpPr txBox="1"/>
          <p:nvPr/>
        </p:nvSpPr>
        <p:spPr>
          <a:xfrm>
            <a:off x="7656468" y="3776334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7551A95-64CF-F39C-2C6C-CD3B727DBC3E}"/>
              </a:ext>
            </a:extLst>
          </p:cNvPr>
          <p:cNvSpPr txBox="1"/>
          <p:nvPr/>
        </p:nvSpPr>
        <p:spPr>
          <a:xfrm>
            <a:off x="10690090" y="3819465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2D7820A-E494-3C96-125A-C49B729BBF28}"/>
              </a:ext>
            </a:extLst>
          </p:cNvPr>
          <p:cNvSpPr txBox="1"/>
          <p:nvPr/>
        </p:nvSpPr>
        <p:spPr>
          <a:xfrm>
            <a:off x="9007940" y="3776334"/>
            <a:ext cx="557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맑은 고딕"/>
              </a:rPr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439F17F-BFA0-FFAC-54E8-7B5982CD6D4A}"/>
              </a:ext>
            </a:extLst>
          </p:cNvPr>
          <p:cNvSpPr txBox="1"/>
          <p:nvPr/>
        </p:nvSpPr>
        <p:spPr>
          <a:xfrm>
            <a:off x="901158" y="231280"/>
            <a:ext cx="13979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800">
                <a:ea typeface="맑은 고딕"/>
              </a:rPr>
              <a:t>맵기믹</a:t>
            </a:r>
            <a:endParaRPr lang="ko-KR" altLang="en-US" sz="28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5A990D8-D5ED-37B0-8448-BAA5305D37E7}"/>
              </a:ext>
            </a:extLst>
          </p:cNvPr>
          <p:cNvSpPr txBox="1"/>
          <p:nvPr/>
        </p:nvSpPr>
        <p:spPr>
          <a:xfrm>
            <a:off x="442147" y="1081851"/>
            <a:ext cx="4261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지혜의 뱀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>
              <a:ea typeface="맑은 고딕"/>
            </a:endParaRPr>
          </a:p>
          <a:p>
            <a:r>
              <a:rPr lang="ko-KR" altLang="en-US">
                <a:ea typeface="맑은 고딕"/>
              </a:rPr>
              <a:t>순서대로 누를시 PC강화</a:t>
            </a:r>
          </a:p>
        </p:txBody>
      </p:sp>
    </p:spTree>
    <p:extLst>
      <p:ext uri="{BB962C8B-B14F-4D97-AF65-F5344CB8AC3E}">
        <p14:creationId xmlns:p14="http://schemas.microsoft.com/office/powerpoint/2010/main" val="3771887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7242E-D1A1-CA8D-9B33-D9C91EC67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1325563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맵 컨셉 2(시간 관리국)</a:t>
            </a:r>
            <a:endParaRPr lang="ko-KR" altLang="en-US"/>
          </a:p>
        </p:txBody>
      </p:sp>
      <p:pic>
        <p:nvPicPr>
          <p:cNvPr id="13" name="내용 개체 틀 12" descr="텍스트, 실내, 여러 가지, 다양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8C9FBF-20DE-CAD3-5F01-07AA2A90E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6316" y="2145710"/>
            <a:ext cx="7746132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DF98CD-3B76-8BE2-7349-0FF2875479FA}"/>
              </a:ext>
            </a:extLst>
          </p:cNvPr>
          <p:cNvSpPr txBox="1"/>
          <p:nvPr/>
        </p:nvSpPr>
        <p:spPr>
          <a:xfrm>
            <a:off x="7911754" y="1606518"/>
            <a:ext cx="81629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>
                <a:ea typeface="맑은 고딕"/>
              </a:rPr>
              <a:t>내견</a:t>
            </a:r>
            <a:endParaRPr lang="ko-KR" altLang="en-US" sz="2500"/>
          </a:p>
        </p:txBody>
      </p:sp>
      <p:pic>
        <p:nvPicPr>
          <p:cNvPr id="4" name="그림 3" descr="시계, 하늘, 구름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27B7A6-A3E0-0F6B-3AF8-C318DD1FF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" y="1318535"/>
            <a:ext cx="2972175" cy="5538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85B883-CD9C-24B7-6E41-4F264F1532C6}"/>
              </a:ext>
            </a:extLst>
          </p:cNvPr>
          <p:cNvSpPr txBox="1"/>
          <p:nvPr/>
        </p:nvSpPr>
        <p:spPr>
          <a:xfrm>
            <a:off x="3180577" y="1399787"/>
            <a:ext cx="81779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500">
                <a:ea typeface="맑은 고딕"/>
              </a:rPr>
              <a:t>외견</a:t>
            </a:r>
            <a:endParaRPr lang="ko-KR" altLang="en-US" sz="2500"/>
          </a:p>
        </p:txBody>
      </p:sp>
    </p:spTree>
    <p:extLst>
      <p:ext uri="{BB962C8B-B14F-4D97-AF65-F5344CB8AC3E}">
        <p14:creationId xmlns:p14="http://schemas.microsoft.com/office/powerpoint/2010/main" val="2154765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5" descr="사각형, 직사각형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E06841-1B77-ED48-EB8A-C666CC01D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8449" y="-3399"/>
            <a:ext cx="6103153" cy="6861214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9E5967D-D74A-1E3D-BE51-E17C49A7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475" y="920317"/>
            <a:ext cx="1916283" cy="1353105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보스방</a:t>
            </a:r>
          </a:p>
        </p:txBody>
      </p:sp>
      <p:sp>
        <p:nvSpPr>
          <p:cNvPr id="9" name="타원 6">
            <a:extLst>
              <a:ext uri="{FF2B5EF4-FFF2-40B4-BE49-F238E27FC236}">
                <a16:creationId xmlns:a16="http://schemas.microsoft.com/office/drawing/2014/main" id="{7A5CE011-212C-EEFF-6C19-4A108D23FBEC}"/>
              </a:ext>
            </a:extLst>
          </p:cNvPr>
          <p:cNvSpPr/>
          <p:nvPr/>
        </p:nvSpPr>
        <p:spPr>
          <a:xfrm rot="19140000">
            <a:off x="9560485" y="5140743"/>
            <a:ext cx="2108972" cy="1696059"/>
          </a:xfrm>
          <a:prstGeom prst="arc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  <a:effectLst>
            <a:outerShdw blurRad="63500" dist="38100" dir="270000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numCol="1" rtlCol="0" anchor="ctr"/>
          <a:lstStyle/>
          <a:p>
            <a:pPr algn="ctr"/>
            <a:r>
              <a:rPr lang="en-US" altLang="ko-KR">
                <a:ea typeface="맑은 고딕"/>
              </a:rPr>
              <a:t>문</a:t>
            </a:r>
          </a:p>
        </p:txBody>
      </p:sp>
      <p:sp>
        <p:nvSpPr>
          <p:cNvPr id="10" name="타원 6">
            <a:extLst>
              <a:ext uri="{FF2B5EF4-FFF2-40B4-BE49-F238E27FC236}">
                <a16:creationId xmlns:a16="http://schemas.microsoft.com/office/drawing/2014/main" id="{9656E43A-0A7F-44B9-E93D-38658B2CC763}"/>
              </a:ext>
            </a:extLst>
          </p:cNvPr>
          <p:cNvSpPr/>
          <p:nvPr/>
        </p:nvSpPr>
        <p:spPr>
          <a:xfrm rot="2460000" flipH="1">
            <a:off x="6721048" y="5140743"/>
            <a:ext cx="2104979" cy="1696058"/>
          </a:xfrm>
          <a:prstGeom prst="arc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50000"/>
              </a:schemeClr>
            </a:solidFill>
          </a:ln>
          <a:effectLst>
            <a:outerShdw blurRad="63500" dist="38100" dir="2700000">
              <a:srgbClr val="000000">
                <a:alpha val="7000"/>
              </a:srgbClr>
            </a:outerShdw>
            <a:reflection stA="40000" endPos="54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numCol="1" rtlCol="0" anchor="ctr"/>
          <a:lstStyle/>
          <a:p>
            <a:pPr algn="ctr"/>
            <a:r>
              <a:rPr lang="ko-KR" altLang="en-US">
                <a:ea typeface="맑은 고딕"/>
              </a:rPr>
              <a:t>문</a:t>
            </a:r>
            <a:endParaRPr lang="ko-KR"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C853E56-7DD3-A38D-A0F8-20C932DB2FCF}"/>
              </a:ext>
            </a:extLst>
          </p:cNvPr>
          <p:cNvSpPr/>
          <p:nvPr/>
        </p:nvSpPr>
        <p:spPr>
          <a:xfrm rot="19140000">
            <a:off x="10524460" y="5636503"/>
            <a:ext cx="1053190" cy="107794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numCol="1" rtlCol="0" anchor="ctr"/>
          <a:lstStyle/>
          <a:p>
            <a:pPr algn="ctr"/>
            <a:endParaRPr lang="ko-KR"/>
          </a:p>
        </p:txBody>
      </p:sp>
      <p:sp>
        <p:nvSpPr>
          <p:cNvPr id="8" name="타원 6">
            <a:extLst>
              <a:ext uri="{FF2B5EF4-FFF2-40B4-BE49-F238E27FC236}">
                <a16:creationId xmlns:a16="http://schemas.microsoft.com/office/drawing/2014/main" id="{369EE773-B0C3-C681-9939-42FAF5C40762}"/>
              </a:ext>
            </a:extLst>
          </p:cNvPr>
          <p:cNvSpPr/>
          <p:nvPr/>
        </p:nvSpPr>
        <p:spPr>
          <a:xfrm rot="2460000">
            <a:off x="6815447" y="5645683"/>
            <a:ext cx="1053190" cy="98614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5A1EB36-6364-3523-BF61-B52D541D03A5}"/>
              </a:ext>
            </a:extLst>
          </p:cNvPr>
          <p:cNvSpPr/>
          <p:nvPr/>
        </p:nvSpPr>
        <p:spPr>
          <a:xfrm>
            <a:off x="8760008" y="738681"/>
            <a:ext cx="869576" cy="860612"/>
          </a:xfrm>
          <a:prstGeom prst="ellipse">
            <a:avLst/>
          </a:prstGeom>
          <a:solidFill>
            <a:srgbClr val="F55B5B"/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pic>
        <p:nvPicPr>
          <p:cNvPr id="14" name="그림 13" descr="의류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BBE9FB-BD0F-927D-8B22-CDC76923A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602" y="847324"/>
            <a:ext cx="704966" cy="637258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614CB8BD-1BAB-792F-4182-4AB0A288AF3C}"/>
              </a:ext>
            </a:extLst>
          </p:cNvPr>
          <p:cNvSpPr/>
          <p:nvPr/>
        </p:nvSpPr>
        <p:spPr>
          <a:xfrm>
            <a:off x="8778368" y="4300800"/>
            <a:ext cx="869576" cy="86061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pic>
        <p:nvPicPr>
          <p:cNvPr id="15" name="그림 14" descr="만화 영화, 스케치, 일러스트레이션, 가상의 캐릭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EEEF62-A48A-9C10-1314-4F440C92E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3527" y="4395730"/>
            <a:ext cx="689474" cy="683047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48FBD9A2-E767-88AA-2294-3A4EBF0ED716}"/>
              </a:ext>
            </a:extLst>
          </p:cNvPr>
          <p:cNvSpPr>
            <a:spLocks noChangeAspect="1"/>
          </p:cNvSpPr>
          <p:nvPr/>
        </p:nvSpPr>
        <p:spPr>
          <a:xfrm>
            <a:off x="6196988" y="334975"/>
            <a:ext cx="5993564" cy="617971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 descr="건물, 예술, 비잔틴 건축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9124F1-E108-2F4C-0900-866707005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" y="3365371"/>
            <a:ext cx="6102016" cy="3488154"/>
          </a:xfrm>
          <a:prstGeom prst="rect">
            <a:avLst/>
          </a:prstGeom>
        </p:spPr>
      </p:pic>
      <p:sp>
        <p:nvSpPr>
          <p:cNvPr id="22" name="타원 6">
            <a:extLst>
              <a:ext uri="{FF2B5EF4-FFF2-40B4-BE49-F238E27FC236}">
                <a16:creationId xmlns:a16="http://schemas.microsoft.com/office/drawing/2014/main" id="{7099F35F-5AEF-9532-D1B2-51681465F2A2}"/>
              </a:ext>
            </a:extLst>
          </p:cNvPr>
          <p:cNvSpPr/>
          <p:nvPr/>
        </p:nvSpPr>
        <p:spPr>
          <a:xfrm>
            <a:off x="8680342" y="6317445"/>
            <a:ext cx="1053190" cy="98614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58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ko-KR"/>
          </a:p>
        </p:txBody>
      </p:sp>
      <p:sp>
        <p:nvSpPr>
          <p:cNvPr id="25" name="타원 6">
            <a:extLst>
              <a:ext uri="{FF2B5EF4-FFF2-40B4-BE49-F238E27FC236}">
                <a16:creationId xmlns:a16="http://schemas.microsoft.com/office/drawing/2014/main" id="{54686E78-7914-CD59-3B3D-A5BCABD5F109}"/>
              </a:ext>
            </a:extLst>
          </p:cNvPr>
          <p:cNvSpPr/>
          <p:nvPr/>
        </p:nvSpPr>
        <p:spPr>
          <a:xfrm flipH="1">
            <a:off x="8676179" y="5762374"/>
            <a:ext cx="1172533" cy="1094480"/>
          </a:xfrm>
          <a:prstGeom prst="arc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10000"/>
              </a:schemeClr>
            </a:solidFill>
          </a:ln>
          <a:effectLst>
            <a:outerShdw blurRad="63500" dist="38100" dir="2700000">
              <a:srgbClr val="000000">
                <a:alpha val="7000"/>
              </a:srgbClr>
            </a:outerShdw>
            <a:reflection stA="40000" endPos="54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numCol="1" rtlCol="0" anchor="ctr"/>
          <a:lstStyle/>
          <a:p>
            <a:pPr algn="ctr"/>
            <a:r>
              <a:rPr lang="ko-KR" altLang="en-US">
                <a:ea typeface="맑은 고딕"/>
              </a:rPr>
              <a:t>문</a:t>
            </a:r>
            <a:endParaRPr lang="ko-KR">
              <a:ea typeface="맑은 고딕"/>
            </a:endParaRPr>
          </a:p>
        </p:txBody>
      </p:sp>
      <p:sp>
        <p:nvSpPr>
          <p:cNvPr id="26" name="타원 6">
            <a:extLst>
              <a:ext uri="{FF2B5EF4-FFF2-40B4-BE49-F238E27FC236}">
                <a16:creationId xmlns:a16="http://schemas.microsoft.com/office/drawing/2014/main" id="{24D0B866-220C-61DE-9C05-9D78A626CD84}"/>
              </a:ext>
            </a:extLst>
          </p:cNvPr>
          <p:cNvSpPr/>
          <p:nvPr/>
        </p:nvSpPr>
        <p:spPr>
          <a:xfrm>
            <a:off x="8758379" y="5762374"/>
            <a:ext cx="975999" cy="1094481"/>
          </a:xfrm>
          <a:prstGeom prst="arc">
            <a:avLst/>
          </a:prstGeom>
          <a:solidFill>
            <a:schemeClr val="bg2">
              <a:lumMod val="75000"/>
              <a:alpha val="75000"/>
            </a:schemeClr>
          </a:solidFill>
          <a:ln w="15875">
            <a:solidFill>
              <a:schemeClr val="bg2">
                <a:lumMod val="10000"/>
              </a:schemeClr>
            </a:solidFill>
          </a:ln>
          <a:effectLst>
            <a:outerShdw blurRad="63500" dist="38100" dir="270000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numCol="1" rtlCol="0" anchor="ctr"/>
          <a:lstStyle/>
          <a:p>
            <a:pPr algn="ctr"/>
            <a:r>
              <a:rPr lang="en-US" altLang="ko-KR">
                <a:ea typeface="맑은 고딕"/>
              </a:rPr>
              <a:t>문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065272A-072B-873A-3536-6A8FBA04133B}"/>
              </a:ext>
            </a:extLst>
          </p:cNvPr>
          <p:cNvCxnSpPr/>
          <p:nvPr/>
        </p:nvCxnSpPr>
        <p:spPr>
          <a:xfrm>
            <a:off x="9224210" y="5755104"/>
            <a:ext cx="10026" cy="551447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92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96E6FB-0425-6651-A6AF-1A33D5A9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상황별 위험도 </a:t>
            </a:r>
            <a:r>
              <a:rPr lang="en-US" altLang="ko-KR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</a:t>
            </a:r>
            <a:r>
              <a:rPr lang="ko-KR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페이즈 </a:t>
            </a:r>
            <a:r>
              <a:rPr lang="en-US" altLang="ko-KR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1)</a:t>
            </a:r>
          </a:p>
        </p:txBody>
      </p:sp>
      <p:pic>
        <p:nvPicPr>
          <p:cNvPr id="4" name="그림 3" descr="스크린샷, 도표, 라인, 그래프이(가) 표시된 사진">
            <a:extLst>
              <a:ext uri="{FF2B5EF4-FFF2-40B4-BE49-F238E27FC236}">
                <a16:creationId xmlns:a16="http://schemas.microsoft.com/office/drawing/2014/main" id="{2E97A51E-D4C5-ED31-ADEB-99C3F280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1" y="1675227"/>
            <a:ext cx="1015999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63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F3F81C-8522-8A41-6000-22BE79F8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상황별 위험도 </a:t>
            </a:r>
            <a:r>
              <a:rPr lang="en-US" altLang="ko-KR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</a:t>
            </a:r>
            <a:r>
              <a:rPr lang="ko-KR" alt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페이즈 </a:t>
            </a:r>
            <a:r>
              <a:rPr lang="en-US" altLang="ko-KR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2)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77F2F50-D7C0-EDE1-8B6C-255489EC1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02" t="-685" r="100"/>
          <a:stretch>
            <a:fillRect/>
          </a:stretch>
        </p:blipFill>
        <p:spPr>
          <a:xfrm>
            <a:off x="1171377" y="1675227"/>
            <a:ext cx="984924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21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D01EE1-AE0D-63CA-6E33-C5B634B8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3200" kern="1200">
                <a:solidFill>
                  <a:schemeClr val="bg1"/>
                </a:solidFill>
                <a:latin typeface="+mj-lt"/>
                <a:ea typeface="맑은 고딕"/>
                <a:cs typeface="+mj-cs"/>
              </a:rPr>
              <a:t>상황별 위험도</a:t>
            </a:r>
            <a:r>
              <a:rPr lang="ko-KR" altLang="en-US" sz="320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3200" kern="1200">
                <a:solidFill>
                  <a:schemeClr val="bg1"/>
                </a:solidFill>
                <a:latin typeface="+mj-lt"/>
                <a:ea typeface="맑은 고딕"/>
                <a:cs typeface="+mj-cs"/>
              </a:rPr>
              <a:t>(</a:t>
            </a:r>
            <a:r>
              <a:rPr lang="ko-KR" altLang="en-US" sz="3200" kern="1200">
                <a:solidFill>
                  <a:schemeClr val="bg1"/>
                </a:solidFill>
                <a:latin typeface="+mj-lt"/>
                <a:ea typeface="맑은 고딕"/>
                <a:cs typeface="+mj-cs"/>
              </a:rPr>
              <a:t>페이즈 </a:t>
            </a:r>
            <a:r>
              <a:rPr lang="en-US" altLang="ko-KR" sz="3200" kern="1200">
                <a:solidFill>
                  <a:schemeClr val="bg1"/>
                </a:solidFill>
                <a:latin typeface="+mj-lt"/>
                <a:ea typeface="맑은 고딕"/>
                <a:cs typeface="+mj-cs"/>
              </a:rPr>
              <a:t>3)</a:t>
            </a:r>
          </a:p>
        </p:txBody>
      </p:sp>
      <p:pic>
        <p:nvPicPr>
          <p:cNvPr id="11" name="내용 개체 틀 10" descr="스크린샷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A62674-7518-11B3-EEBC-C3EA3EB4D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354" y="1675227"/>
            <a:ext cx="1033929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33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numCol="1" anchor="ctr">
            <a:normAutofit/>
          </a:bodyPr>
          <a:lstStyle/>
          <a:p>
            <a:r>
              <a:rPr lang="ko-KR" sz="5400"/>
              <a:t>보스 공략 보상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166146D6-CA78-60B1-464E-C7E47E2432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18236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972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27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8" baseType="lpstr">
      <vt:lpstr>Office 테마</vt:lpstr>
      <vt:lpstr>목차</vt:lpstr>
      <vt:lpstr>시놉시스</vt:lpstr>
      <vt:lpstr>기본 정보</vt:lpstr>
      <vt:lpstr>PowerPoint 프레젠테이션</vt:lpstr>
      <vt:lpstr>기본공격</vt:lpstr>
      <vt:lpstr>텔레포트(기본이동)</vt:lpstr>
      <vt:lpstr>회피 텔레포트</vt:lpstr>
      <vt:lpstr>부하 소환</vt:lpstr>
      <vt:lpstr>부하 몬스터</vt:lpstr>
      <vt:lpstr>시간 정지</vt:lpstr>
      <vt:lpstr>시간 되감기 </vt:lpstr>
      <vt:lpstr>비상 탈출</vt:lpstr>
      <vt:lpstr>전투 예상 흐름 (페이즈 1)</vt:lpstr>
      <vt:lpstr>전투 예상 흐름 (페이즈 2)</vt:lpstr>
      <vt:lpstr>전투 예상 흐름 (페이즈 3)</vt:lpstr>
      <vt:lpstr>애니메이션 로직</vt:lpstr>
      <vt:lpstr>애니메이션 리스트 1</vt:lpstr>
      <vt:lpstr>애니메이션 리스트 2</vt:lpstr>
      <vt:lpstr>에니메이션 리스트 3</vt:lpstr>
      <vt:lpstr>맵 컨셉 1 (시간 관리국)</vt:lpstr>
      <vt:lpstr>PowerPoint 프레젠테이션</vt:lpstr>
      <vt:lpstr>맵 컨셉 2(시간 관리국)</vt:lpstr>
      <vt:lpstr>보스방</vt:lpstr>
      <vt:lpstr>상황별 위험도 (페이즈 1)</vt:lpstr>
      <vt:lpstr>상황별 위험도 (페이즈 2)</vt:lpstr>
      <vt:lpstr>상황별 위험도 (페이즈 3)</vt:lpstr>
      <vt:lpstr>보스 공략 보상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기본 정보</dc:title>
  <dc:creator>FullName</dc:creator>
  <cp:lastModifiedBy>세연 김</cp:lastModifiedBy>
  <cp:revision>3</cp:revision>
  <dcterms:created xsi:type="dcterms:W3CDTF">2026-05-21T09:16:27Z</dcterms:created>
  <dcterms:modified xsi:type="dcterms:W3CDTF">2026-06-08T09:17:51Z</dcterms:modified>
</cp:coreProperties>
</file>