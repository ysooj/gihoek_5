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34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3ED7E-BFCA-4025-BA27-36C2AE3E26F7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82965-2AC6-4978-92DA-25CBC135AA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976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3ED7E-BFCA-4025-BA27-36C2AE3E26F7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82965-2AC6-4978-92DA-25CBC135AA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7805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3ED7E-BFCA-4025-BA27-36C2AE3E26F7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82965-2AC6-4978-92DA-25CBC135AA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1386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3ED7E-BFCA-4025-BA27-36C2AE3E26F7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82965-2AC6-4978-92DA-25CBC135AA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1993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3ED7E-BFCA-4025-BA27-36C2AE3E26F7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82965-2AC6-4978-92DA-25CBC135AA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4344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3ED7E-BFCA-4025-BA27-36C2AE3E26F7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82965-2AC6-4978-92DA-25CBC135AA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2960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3ED7E-BFCA-4025-BA27-36C2AE3E26F7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82965-2AC6-4978-92DA-25CBC135AA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058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3ED7E-BFCA-4025-BA27-36C2AE3E26F7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82965-2AC6-4978-92DA-25CBC135AA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5740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3ED7E-BFCA-4025-BA27-36C2AE3E26F7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82965-2AC6-4978-92DA-25CBC135AA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9975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3ED7E-BFCA-4025-BA27-36C2AE3E26F7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82965-2AC6-4978-92DA-25CBC135AA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2241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3ED7E-BFCA-4025-BA27-36C2AE3E26F7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82965-2AC6-4978-92DA-25CBC135AA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3474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53ED7E-BFCA-4025-BA27-36C2AE3E26F7}" type="datetimeFigureOut">
              <a:rPr lang="ko-KR" altLang="en-US" smtClean="0"/>
              <a:t>2026-06-01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682965-2AC6-4978-92DA-25CBC135AA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4856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포트폴리오의 아이디어 스케치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맵 설계 시각화에</a:t>
            </a:r>
            <a:endParaRPr lang="en-US" altLang="ko-KR" smtClean="0"/>
          </a:p>
          <a:p>
            <a:r>
              <a:rPr lang="ko-KR" altLang="en-US" smtClean="0"/>
              <a:t>상황의 기차칸을</a:t>
            </a:r>
            <a:endParaRPr lang="en-US" altLang="ko-KR" smtClean="0"/>
          </a:p>
          <a:p>
            <a:r>
              <a:rPr lang="ko-KR" altLang="en-US" smtClean="0"/>
              <a:t>이야기</a:t>
            </a:r>
            <a:r>
              <a:rPr lang="en-US" altLang="ko-KR" smtClean="0"/>
              <a:t>/</a:t>
            </a:r>
            <a:r>
              <a:rPr lang="ko-KR" altLang="en-US" smtClean="0"/>
              <a:t>난이도</a:t>
            </a:r>
            <a:r>
              <a:rPr lang="en-US" altLang="ko-KR" smtClean="0"/>
              <a:t>/</a:t>
            </a:r>
            <a:r>
              <a:rPr lang="ko-KR" altLang="en-US" smtClean="0"/>
              <a:t>재미</a:t>
            </a:r>
            <a:r>
              <a:rPr lang="en-US" altLang="ko-KR" smtClean="0"/>
              <a:t>/</a:t>
            </a:r>
            <a:r>
              <a:rPr lang="ko-KR" altLang="en-US" smtClean="0"/>
              <a:t>학습의 흐름으로 상황을 제시하면 좋다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즉</a:t>
            </a:r>
            <a:r>
              <a:rPr lang="en-US" altLang="ko-KR" smtClean="0"/>
              <a:t>, </a:t>
            </a:r>
            <a:r>
              <a:rPr lang="ko-KR" altLang="en-US" smtClean="0"/>
              <a:t>시각화된 결과물에 대해 구체적으로 상황의 기차칸으로 보여주면 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테마</a:t>
            </a:r>
            <a:r>
              <a:rPr lang="en-US" altLang="ko-KR" smtClean="0"/>
              <a:t>/</a:t>
            </a:r>
            <a:r>
              <a:rPr lang="ko-KR" altLang="en-US" smtClean="0"/>
              <a:t>웨이포인트</a:t>
            </a:r>
            <a:r>
              <a:rPr lang="en-US" altLang="ko-KR" smtClean="0"/>
              <a:t>/</a:t>
            </a:r>
            <a:r>
              <a:rPr lang="ko-KR" altLang="en-US" smtClean="0"/>
              <a:t>랜드마크</a:t>
            </a:r>
            <a:endParaRPr lang="en-US" altLang="ko-KR" smtClean="0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2847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생각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smtClean="0"/>
              <a:t>[</a:t>
            </a:r>
            <a:r>
              <a:rPr lang="ko-KR" altLang="en-US" smtClean="0"/>
              <a:t>상호작용 구조물</a:t>
            </a:r>
            <a:r>
              <a:rPr lang="en-US" altLang="ko-KR" smtClean="0"/>
              <a:t>]</a:t>
            </a:r>
          </a:p>
          <a:p>
            <a:r>
              <a:rPr lang="ko-KR" altLang="en-US" smtClean="0"/>
              <a:t>배구공 하나 </a:t>
            </a:r>
            <a:r>
              <a:rPr lang="en-US" altLang="ko-KR" smtClean="0"/>
              <a:t>: </a:t>
            </a:r>
            <a:r>
              <a:rPr lang="ko-KR" altLang="en-US" smtClean="0"/>
              <a:t>학폭 트라우마 물건</a:t>
            </a:r>
            <a:r>
              <a:rPr lang="en-US" altLang="ko-KR" smtClean="0"/>
              <a:t>. </a:t>
            </a:r>
            <a:r>
              <a:rPr lang="ko-KR" altLang="en-US" smtClean="0"/>
              <a:t>보스 페이즈 </a:t>
            </a:r>
            <a:r>
              <a:rPr lang="en-US" altLang="ko-KR" smtClean="0"/>
              <a:t>1</a:t>
            </a:r>
            <a:r>
              <a:rPr lang="ko-KR" altLang="en-US" smtClean="0"/>
              <a:t>에서 보스에게 데미지를 줄 수 ㅇ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949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내일 할 것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플로우 재교육</a:t>
            </a:r>
            <a:endParaRPr lang="en-US" altLang="ko-KR" smtClean="0"/>
          </a:p>
          <a:p>
            <a:r>
              <a:rPr lang="ko-KR" altLang="en-US" smtClean="0"/>
              <a:t>따라 만들기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54357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65</Words>
  <Application>Microsoft Office PowerPoint</Application>
  <PresentationFormat>와이드스크린</PresentationFormat>
  <Paragraphs>14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맑은 고딕</vt:lpstr>
      <vt:lpstr>Arial</vt:lpstr>
      <vt:lpstr>Office 테마</vt:lpstr>
      <vt:lpstr>포트폴리오의 아이디어 스케치</vt:lpstr>
      <vt:lpstr>생각</vt:lpstr>
      <vt:lpstr>내일 할 것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오늘 배울 것</dc:title>
  <dc:creator>FullName</dc:creator>
  <cp:lastModifiedBy>FullName</cp:lastModifiedBy>
  <cp:revision>3</cp:revision>
  <dcterms:created xsi:type="dcterms:W3CDTF">2026-06-01T04:42:16Z</dcterms:created>
  <dcterms:modified xsi:type="dcterms:W3CDTF">2026-06-01T06:53:34Z</dcterms:modified>
</cp:coreProperties>
</file>