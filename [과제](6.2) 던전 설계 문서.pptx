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C0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58203-0DCB-4302-A6EA-B3E371D6190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7BC4-E36B-49B3-8A4D-E48C2E36C4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9840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58203-0DCB-4302-A6EA-B3E371D6190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7BC4-E36B-49B3-8A4D-E48C2E36C4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684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58203-0DCB-4302-A6EA-B3E371D6190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7BC4-E36B-49B3-8A4D-E48C2E36C4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760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58203-0DCB-4302-A6EA-B3E371D6190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7BC4-E36B-49B3-8A4D-E48C2E36C4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467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58203-0DCB-4302-A6EA-B3E371D6190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7BC4-E36B-49B3-8A4D-E48C2E36C4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425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58203-0DCB-4302-A6EA-B3E371D6190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7BC4-E36B-49B3-8A4D-E48C2E36C4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621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58203-0DCB-4302-A6EA-B3E371D6190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7BC4-E36B-49B3-8A4D-E48C2E36C4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35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58203-0DCB-4302-A6EA-B3E371D6190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7BC4-E36B-49B3-8A4D-E48C2E36C4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127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58203-0DCB-4302-A6EA-B3E371D6190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7BC4-E36B-49B3-8A4D-E48C2E36C4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52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58203-0DCB-4302-A6EA-B3E371D6190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7BC4-E36B-49B3-8A4D-E48C2E36C4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23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58203-0DCB-4302-A6EA-B3E371D6190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7BC4-E36B-49B3-8A4D-E48C2E36C4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460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58203-0DCB-4302-A6EA-B3E371D6190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97BC4-E36B-49B3-8A4D-E48C2E36C4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003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128" y="698969"/>
            <a:ext cx="6321064" cy="5527264"/>
          </a:xfrm>
          <a:prstGeom prst="rect">
            <a:avLst/>
          </a:prstGeom>
        </p:spPr>
      </p:pic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445926"/>
              </p:ext>
            </p:extLst>
          </p:nvPr>
        </p:nvGraphicFramePr>
        <p:xfrm>
          <a:off x="568960" y="256273"/>
          <a:ext cx="4119418" cy="64126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9709">
                  <a:extLst>
                    <a:ext uri="{9D8B030D-6E8A-4147-A177-3AD203B41FA5}">
                      <a16:colId xmlns:a16="http://schemas.microsoft.com/office/drawing/2014/main" val="1562046415"/>
                    </a:ext>
                  </a:extLst>
                </a:gridCol>
                <a:gridCol w="2059709">
                  <a:extLst>
                    <a:ext uri="{9D8B030D-6E8A-4147-A177-3AD203B41FA5}">
                      <a16:colId xmlns:a16="http://schemas.microsoft.com/office/drawing/2014/main" val="2487436929"/>
                    </a:ext>
                  </a:extLst>
                </a:gridCol>
              </a:tblGrid>
              <a:tr h="5130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smtClean="0"/>
                        <a:t>작성자</a:t>
                      </a:r>
                      <a:endParaRPr lang="ko-KR" altLang="en-US" sz="1500" b="1"/>
                    </a:p>
                  </a:txBody>
                  <a:tcPr anchor="ctr">
                    <a:solidFill>
                      <a:srgbClr val="96C0A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smtClean="0"/>
                        <a:t>윤수진</a:t>
                      </a:r>
                      <a:endParaRPr lang="ko-KR" altLang="en-US" sz="15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9724835"/>
                  </a:ext>
                </a:extLst>
              </a:tr>
              <a:tr h="5130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smtClean="0"/>
                        <a:t>지원 분야</a:t>
                      </a:r>
                      <a:endParaRPr lang="ko-KR" altLang="en-US" sz="1500" b="1"/>
                    </a:p>
                  </a:txBody>
                  <a:tcPr anchor="ctr">
                    <a:solidFill>
                      <a:srgbClr val="96C0A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smtClean="0"/>
                        <a:t>레벨 디자이너</a:t>
                      </a:r>
                      <a:endParaRPr lang="ko-KR" altLang="en-US" sz="15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9771597"/>
                  </a:ext>
                </a:extLst>
              </a:tr>
              <a:tr h="2051859"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/>
                    </a:p>
                  </a:txBody>
                  <a:tcPr anchor="ctr"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smtClean="0"/>
                        <a:t>주인공이 사는 곳이자</a:t>
                      </a:r>
                      <a:r>
                        <a:rPr lang="en-US" altLang="ko-KR" sz="1500" smtClean="0"/>
                        <a:t>, </a:t>
                      </a:r>
                      <a:r>
                        <a:rPr lang="ko-KR" altLang="en-US" sz="1500" smtClean="0"/>
                        <a:t>주인공이 첫 균열을 목격하는</a:t>
                      </a:r>
                      <a:r>
                        <a:rPr lang="ko-KR" altLang="en-US" sz="1500" baseline="0" smtClean="0"/>
                        <a:t> 곳</a:t>
                      </a:r>
                      <a:endParaRPr lang="ko-KR" altLang="en-US" sz="15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6506107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/>
                    </a:p>
                  </a:txBody>
                  <a:tcPr anchor="ctr">
                    <a:blipFill dpi="0" rotWithShape="1"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smtClean="0"/>
                        <a:t>첫 번째 균열이 나타나는 장소</a:t>
                      </a:r>
                      <a:endParaRPr lang="ko-KR" altLang="en-US" sz="15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4608209"/>
                  </a:ext>
                </a:extLst>
              </a:tr>
              <a:tr h="2267989"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/>
                    </a:p>
                  </a:txBody>
                  <a:tcPr anchor="ctr">
                    <a:blipFill dpi="0" rotWithShape="1"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smtClean="0"/>
                        <a:t>대형 인명 피해가 발생하는 곳</a:t>
                      </a:r>
                      <a:r>
                        <a:rPr lang="en-US" altLang="ko-KR" sz="1500" smtClean="0"/>
                        <a:t>.</a:t>
                      </a:r>
                    </a:p>
                    <a:p>
                      <a:pPr algn="ctr" latinLnBrk="1"/>
                      <a:r>
                        <a:rPr lang="ko-KR" altLang="en-US" sz="1500" smtClean="0"/>
                        <a:t>나와서 오른쪽 샛길로 나가면 폐교가 있다</a:t>
                      </a:r>
                      <a:r>
                        <a:rPr lang="en-US" altLang="ko-KR" sz="1500" smtClean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615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515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9011" y="199505"/>
            <a:ext cx="8146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시나리오 컨셉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99010" y="3277985"/>
            <a:ext cx="8146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배경 그래픽 컨셉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99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70017"/>
          <a:stretch/>
        </p:blipFill>
        <p:spPr>
          <a:xfrm>
            <a:off x="8279476" y="172583"/>
            <a:ext cx="3757354" cy="609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01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38</Words>
  <Application>Microsoft Office PowerPoint</Application>
  <PresentationFormat>와이드스크린</PresentationFormat>
  <Paragraphs>10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3</cp:revision>
  <dcterms:created xsi:type="dcterms:W3CDTF">2026-06-02T06:29:43Z</dcterms:created>
  <dcterms:modified xsi:type="dcterms:W3CDTF">2026-06-02T06:50:39Z</dcterms:modified>
</cp:coreProperties>
</file>