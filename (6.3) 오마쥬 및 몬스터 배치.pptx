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  <p:sldId id="258" r:id="rId3"/>
    <p:sldId id="259" r:id="rId4"/>
    <p:sldId id="260" r:id="rId5"/>
    <p:sldId id="262" r:id="rId6"/>
    <p:sldId id="263" r:id="rId7"/>
    <p:sldId id="264" r:id="rId8"/>
    <p:sldId id="265" r:id="rId9"/>
    <p:sldId id="261" r:id="rId10"/>
    <p:sldId id="266" r:id="rId11"/>
    <p:sldId id="267" r:id="rId12"/>
    <p:sldId id="268" r:id="rId13"/>
    <p:sldId id="269" r:id="rId14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40" d="100"/>
          <a:sy n="40" d="100"/>
        </p:scale>
        <p:origin x="330" y="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 smtClean="0"/>
              <a:t>클릭하여 마스터 부제목 스타일 편집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BE27EC-AA13-4F15-9995-81DA8447C487}" type="datetimeFigureOut">
              <a:rPr lang="ko-KR" altLang="en-US" smtClean="0"/>
              <a:t>2026-06-03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BBADC2-09D8-4B48-8F9C-5607853CD48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6796635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BE27EC-AA13-4F15-9995-81DA8447C487}" type="datetimeFigureOut">
              <a:rPr lang="ko-KR" altLang="en-US" smtClean="0"/>
              <a:t>2026-06-03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BBADC2-09D8-4B48-8F9C-5607853CD48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75253282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BE27EC-AA13-4F15-9995-81DA8447C487}" type="datetimeFigureOut">
              <a:rPr lang="ko-KR" altLang="en-US" smtClean="0"/>
              <a:t>2026-06-03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BBADC2-09D8-4B48-8F9C-5607853CD48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3973772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BE27EC-AA13-4F15-9995-81DA8447C487}" type="datetimeFigureOut">
              <a:rPr lang="ko-KR" altLang="en-US" smtClean="0"/>
              <a:t>2026-06-03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BBADC2-09D8-4B48-8F9C-5607853CD48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4439753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7" name="날짜 개체 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BE27EC-AA13-4F15-9995-81DA8447C487}" type="datetimeFigureOut">
              <a:rPr lang="ko-KR" altLang="en-US" smtClean="0"/>
              <a:t>2026-06-03</a:t>
            </a:fld>
            <a:endParaRPr lang="ko-KR" altLang="en-US"/>
          </a:p>
        </p:txBody>
      </p:sp>
      <p:sp>
        <p:nvSpPr>
          <p:cNvPr id="8" name="바닥글 개체 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BBADC2-09D8-4B48-8F9C-5607853CD48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49533533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BE27EC-AA13-4F15-9995-81DA8447C487}" type="datetimeFigureOut">
              <a:rPr lang="ko-KR" altLang="en-US" smtClean="0"/>
              <a:t>2026-06-03</a:t>
            </a:fld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BBADC2-09D8-4B48-8F9C-5607853CD48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1004156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BE27EC-AA13-4F15-9995-81DA8447C487}" type="datetimeFigureOut">
              <a:rPr lang="ko-KR" altLang="en-US" smtClean="0"/>
              <a:t>2026-06-03</a:t>
            </a:fld>
            <a:endParaRPr lang="ko-KR" altLang="en-US"/>
          </a:p>
        </p:txBody>
      </p:sp>
      <p:sp>
        <p:nvSpPr>
          <p:cNvPr id="3" name="바닥글 개체 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BBADC2-09D8-4B48-8F9C-5607853CD48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8570958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BE27EC-AA13-4F15-9995-81DA8447C487}" type="datetimeFigureOut">
              <a:rPr lang="ko-KR" altLang="en-US" smtClean="0"/>
              <a:t>2026-06-03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BBADC2-09D8-4B48-8F9C-5607853CD48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9375860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BE27EC-AA13-4F15-9995-81DA8447C487}" type="datetimeFigureOut">
              <a:rPr lang="ko-KR" altLang="en-US" smtClean="0"/>
              <a:t>2026-06-03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BBADC2-09D8-4B48-8F9C-5607853CD48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1144001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BE27EC-AA13-4F15-9995-81DA8447C487}" type="datetimeFigureOut">
              <a:rPr lang="ko-KR" altLang="en-US" smtClean="0"/>
              <a:t>2026-06-03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BBADC2-09D8-4B48-8F9C-5607853CD48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25717839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BE27EC-AA13-4F15-9995-81DA8447C487}" type="datetimeFigureOut">
              <a:rPr lang="ko-KR" altLang="en-US" smtClean="0"/>
              <a:t>2026-06-03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BBADC2-09D8-4B48-8F9C-5607853CD48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58640662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9BE27EC-AA13-4F15-9995-81DA8447C487}" type="datetimeFigureOut">
              <a:rPr lang="ko-KR" altLang="en-US" smtClean="0"/>
              <a:t>2026-06-03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6BBADC2-09D8-4B48-8F9C-5607853CD48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83719994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smtClean="0"/>
              <a:t>7</a:t>
            </a:r>
            <a:r>
              <a:rPr lang="ko-KR" altLang="en-US" smtClean="0"/>
              <a:t>개의 영역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smtClean="0"/>
              <a:t>게임에도 시대가 있다</a:t>
            </a:r>
            <a:r>
              <a:rPr lang="en-US" altLang="ko-KR" smtClean="0"/>
              <a:t>.</a:t>
            </a:r>
          </a:p>
          <a:p>
            <a:r>
              <a:rPr lang="ko-KR" altLang="en-US" smtClean="0"/>
              <a:t>시대가 삶을 반영한다</a:t>
            </a:r>
            <a:r>
              <a:rPr lang="en-US" altLang="ko-KR" smtClean="0"/>
              <a:t>.</a:t>
            </a:r>
          </a:p>
          <a:p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349323609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smtClean="0"/>
              <a:t>Level </a:t>
            </a:r>
            <a:r>
              <a:rPr lang="ko-KR" altLang="en-US" smtClean="0"/>
              <a:t>자체에서 절대 까먹으면 안 되는 것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altLang="ko-KR" b="1" smtClean="0">
                <a:solidFill>
                  <a:srgbClr val="92D050"/>
                </a:solidFill>
              </a:rPr>
              <a:t>1. Waypoint</a:t>
            </a:r>
          </a:p>
          <a:p>
            <a:pPr lvl="1"/>
            <a:r>
              <a:rPr lang="ko-KR" altLang="en-US" smtClean="0"/>
              <a:t>오픈 월드 게임에서도</a:t>
            </a:r>
            <a:r>
              <a:rPr lang="en-US" altLang="ko-KR" smtClean="0"/>
              <a:t>, </a:t>
            </a:r>
            <a:r>
              <a:rPr lang="ko-KR" altLang="en-US" smtClean="0"/>
              <a:t>플레이어가 어디로 가든지 재밌는 경험을 할 수 있게 레벨을 설계한다</a:t>
            </a:r>
            <a:r>
              <a:rPr lang="en-US" altLang="ko-KR" smtClean="0"/>
              <a:t>.</a:t>
            </a:r>
          </a:p>
          <a:p>
            <a:pPr lvl="1"/>
            <a:r>
              <a:rPr lang="ko-KR" altLang="en-US" smtClean="0"/>
              <a:t>게임은 정답이 없고</a:t>
            </a:r>
            <a:r>
              <a:rPr lang="en-US" altLang="ko-KR" smtClean="0"/>
              <a:t>, ‘</a:t>
            </a:r>
            <a:r>
              <a:rPr lang="ko-KR" altLang="en-US" smtClean="0"/>
              <a:t>재미</a:t>
            </a:r>
            <a:r>
              <a:rPr lang="en-US" altLang="ko-KR" smtClean="0"/>
              <a:t>’</a:t>
            </a:r>
            <a:r>
              <a:rPr lang="ko-KR" altLang="en-US" smtClean="0"/>
              <a:t>가 본질적인 가치다</a:t>
            </a:r>
            <a:r>
              <a:rPr lang="en-US" altLang="ko-KR" smtClean="0"/>
              <a:t>.</a:t>
            </a:r>
          </a:p>
          <a:p>
            <a:pPr lvl="1"/>
            <a:r>
              <a:rPr lang="ko-KR" altLang="en-US" smtClean="0"/>
              <a:t>예</a:t>
            </a:r>
            <a:r>
              <a:rPr lang="en-US" altLang="ko-KR" smtClean="0"/>
              <a:t>) </a:t>
            </a:r>
            <a:r>
              <a:rPr lang="ko-KR" altLang="en-US" smtClean="0"/>
              <a:t>전투 없이 피해다닐 수 있는 길 만들기 </a:t>
            </a:r>
            <a:r>
              <a:rPr lang="en-US" altLang="ko-KR" smtClean="0"/>
              <a:t>: </a:t>
            </a:r>
            <a:r>
              <a:rPr lang="ko-KR" altLang="en-US" smtClean="0"/>
              <a:t>업적</a:t>
            </a:r>
            <a:r>
              <a:rPr lang="en-US" altLang="ko-KR" smtClean="0"/>
              <a:t>(1Lv</a:t>
            </a:r>
            <a:r>
              <a:rPr lang="ko-KR" altLang="en-US" smtClean="0"/>
              <a:t>로 어디까지 갈 수 있나 </a:t>
            </a:r>
            <a:r>
              <a:rPr lang="en-US" altLang="ko-KR" smtClean="0"/>
              <a:t>– </a:t>
            </a:r>
            <a:r>
              <a:rPr lang="ko-KR" altLang="en-US" smtClean="0"/>
              <a:t>달성</a:t>
            </a:r>
            <a:r>
              <a:rPr lang="en-US" altLang="ko-KR" smtClean="0"/>
              <a:t>) </a:t>
            </a:r>
            <a:r>
              <a:rPr lang="ko-KR" altLang="en-US" smtClean="0"/>
              <a:t>달성을 위한 </a:t>
            </a:r>
            <a:r>
              <a:rPr lang="en-US" altLang="ko-KR" smtClean="0"/>
              <a:t>waypoint </a:t>
            </a:r>
            <a:r>
              <a:rPr lang="ko-KR" altLang="en-US" smtClean="0"/>
              <a:t>설계</a:t>
            </a:r>
            <a:endParaRPr lang="en-US" altLang="ko-KR" smtClean="0"/>
          </a:p>
          <a:p>
            <a:pPr lvl="1"/>
            <a:r>
              <a:rPr lang="ko-KR" altLang="en-US" smtClean="0"/>
              <a:t>꼭 설계된 대로의 길이 아닌</a:t>
            </a:r>
            <a:r>
              <a:rPr lang="en-US" altLang="ko-KR" smtClean="0"/>
              <a:t>,</a:t>
            </a:r>
            <a:br>
              <a:rPr lang="en-US" altLang="ko-KR" smtClean="0"/>
            </a:br>
            <a:r>
              <a:rPr lang="ko-KR" altLang="en-US" smtClean="0"/>
              <a:t>유저는 신박하게 다른 길로 갈</a:t>
            </a:r>
            <a:r>
              <a:rPr lang="en-US" altLang="ko-KR" smtClean="0"/>
              <a:t/>
            </a:r>
            <a:br>
              <a:rPr lang="en-US" altLang="ko-KR" smtClean="0"/>
            </a:br>
            <a:r>
              <a:rPr lang="ko-KR" altLang="en-US" smtClean="0"/>
              <a:t>수도 있다</a:t>
            </a:r>
            <a:r>
              <a:rPr lang="en-US" altLang="ko-KR" smtClean="0"/>
              <a:t>.</a:t>
            </a:r>
          </a:p>
          <a:p>
            <a:pPr lvl="1"/>
            <a:r>
              <a:rPr lang="ko-KR" altLang="en-US" smtClean="0"/>
              <a:t>즉</a:t>
            </a:r>
            <a:r>
              <a:rPr lang="en-US" altLang="ko-KR" smtClean="0"/>
              <a:t>, </a:t>
            </a:r>
            <a:r>
              <a:rPr lang="ko-KR" altLang="en-US" smtClean="0"/>
              <a:t>플레이의 동선은</a:t>
            </a:r>
            <a:r>
              <a:rPr lang="en-US" altLang="ko-KR" smtClean="0"/>
              <a:t/>
            </a:r>
            <a:br>
              <a:rPr lang="en-US" altLang="ko-KR" smtClean="0"/>
            </a:br>
            <a:r>
              <a:rPr lang="ko-KR" altLang="en-US" b="1" smtClean="0"/>
              <a:t>재미</a:t>
            </a:r>
            <a:r>
              <a:rPr lang="ko-KR" altLang="en-US" smtClean="0"/>
              <a:t>있으면 된다</a:t>
            </a:r>
            <a:r>
              <a:rPr lang="en-US" altLang="ko-KR"/>
              <a:t>!</a:t>
            </a:r>
            <a:endParaRPr lang="en-US" altLang="ko-KR" smtClean="0"/>
          </a:p>
        </p:txBody>
      </p:sp>
      <p:pic>
        <p:nvPicPr>
          <p:cNvPr id="4" name="그림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75158" y="4157054"/>
            <a:ext cx="6416842" cy="27009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5091548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altLang="ko-KR" b="1" smtClean="0">
                <a:solidFill>
                  <a:srgbClr val="92D050"/>
                </a:solidFill>
              </a:rPr>
              <a:t>2. Landmark</a:t>
            </a:r>
          </a:p>
          <a:p>
            <a:pPr marL="0" indent="0">
              <a:buNone/>
            </a:pPr>
            <a:endParaRPr lang="en-US" altLang="ko-KR"/>
          </a:p>
          <a:p>
            <a:pPr marL="0" indent="0">
              <a:buNone/>
            </a:pPr>
            <a:r>
              <a:rPr lang="ko-KR" altLang="en-US" smtClean="0"/>
              <a:t>그냥 재미만 쫓아가면 플레이어는 </a:t>
            </a:r>
            <a:r>
              <a:rPr lang="en-US" altLang="ko-KR" b="1" smtClean="0"/>
              <a:t>‘</a:t>
            </a:r>
            <a:r>
              <a:rPr lang="ko-KR" altLang="en-US" b="1" smtClean="0"/>
              <a:t>길을 잃을 수 있다</a:t>
            </a:r>
            <a:r>
              <a:rPr lang="en-US" altLang="ko-KR" b="1" smtClean="0"/>
              <a:t>.’</a:t>
            </a:r>
          </a:p>
          <a:p>
            <a:pPr marL="0" indent="0">
              <a:buNone/>
            </a:pPr>
            <a:r>
              <a:rPr lang="ko-KR" altLang="en-US" smtClean="0"/>
              <a:t>그러면 게임을 </a:t>
            </a:r>
            <a:r>
              <a:rPr lang="en-US" altLang="ko-KR" b="1" smtClean="0"/>
              <a:t>‘</a:t>
            </a:r>
            <a:r>
              <a:rPr lang="ko-KR" altLang="en-US" b="1" smtClean="0"/>
              <a:t>포기</a:t>
            </a:r>
            <a:r>
              <a:rPr lang="en-US" altLang="ko-KR" b="1" smtClean="0"/>
              <a:t>＇</a:t>
            </a:r>
            <a:r>
              <a:rPr lang="ko-KR" altLang="en-US" smtClean="0"/>
              <a:t>하게 될 수도 있다</a:t>
            </a:r>
            <a:r>
              <a:rPr lang="en-US" altLang="ko-KR" smtClean="0"/>
              <a:t>. </a:t>
            </a:r>
          </a:p>
          <a:p>
            <a:pPr marL="0" indent="0">
              <a:buNone/>
            </a:pPr>
            <a:r>
              <a:rPr lang="ko-KR" altLang="en-US" smtClean="0"/>
              <a:t>따라서 길을 잃지 않게 </a:t>
            </a:r>
            <a:r>
              <a:rPr lang="ko-KR" altLang="en-US" b="1" smtClean="0"/>
              <a:t>표지판</a:t>
            </a:r>
            <a:r>
              <a:rPr lang="ko-KR" altLang="en-US" smtClean="0"/>
              <a:t>을 만들어줘야 한다</a:t>
            </a:r>
            <a:r>
              <a:rPr lang="en-US" altLang="ko-KR" smtClean="0"/>
              <a:t>. (</a:t>
            </a:r>
            <a:r>
              <a:rPr lang="ko-KR" altLang="en-US" b="1" smtClean="0"/>
              <a:t>이정표</a:t>
            </a:r>
            <a:r>
              <a:rPr lang="en-US" altLang="ko-KR" smtClean="0"/>
              <a:t>)</a:t>
            </a:r>
            <a:br>
              <a:rPr lang="en-US" altLang="ko-KR" smtClean="0"/>
            </a:br>
            <a:r>
              <a:rPr lang="ko-KR" altLang="en-US" smtClean="0"/>
              <a:t>그게 바로 </a:t>
            </a:r>
            <a:r>
              <a:rPr lang="ko-KR" altLang="en-US" b="1" smtClean="0"/>
              <a:t>랜드마크</a:t>
            </a:r>
            <a:endParaRPr lang="ko-KR" altLang="en-US"/>
          </a:p>
        </p:txBody>
      </p:sp>
      <p:sp>
        <p:nvSpPr>
          <p:cNvPr id="4" name="제목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r>
              <a:rPr lang="en-US" altLang="ko-KR" smtClean="0"/>
              <a:t>Level </a:t>
            </a:r>
            <a:r>
              <a:rPr lang="ko-KR" altLang="en-US" smtClean="0"/>
              <a:t>자체에서 절대 까먹으면 안 되는 것</a:t>
            </a:r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58050020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altLang="ko-KR" b="1" smtClean="0">
                <a:solidFill>
                  <a:srgbClr val="92D050"/>
                </a:solidFill>
              </a:rPr>
              <a:t>3. Theme</a:t>
            </a:r>
          </a:p>
          <a:p>
            <a:pPr marL="0" indent="0">
              <a:buNone/>
            </a:pPr>
            <a:endParaRPr lang="en-US" altLang="ko-KR"/>
          </a:p>
          <a:p>
            <a:pPr marL="0" indent="0">
              <a:buNone/>
            </a:pPr>
            <a:r>
              <a:rPr lang="ko-KR" altLang="en-US" smtClean="0"/>
              <a:t>정보들이 일관된 개연성을 가지면 </a:t>
            </a:r>
            <a:r>
              <a:rPr lang="ko-KR" altLang="en-US" b="1" smtClean="0"/>
              <a:t>테마</a:t>
            </a:r>
            <a:r>
              <a:rPr lang="ko-KR" altLang="en-US" smtClean="0"/>
              <a:t>를 가진다</a:t>
            </a:r>
            <a:r>
              <a:rPr lang="en-US" altLang="ko-KR" smtClean="0"/>
              <a:t>.</a:t>
            </a:r>
          </a:p>
          <a:p>
            <a:pPr marL="0" indent="0">
              <a:buNone/>
            </a:pPr>
            <a:endParaRPr lang="en-US" altLang="ko-KR"/>
          </a:p>
          <a:p>
            <a:pPr marL="0" indent="0">
              <a:buNone/>
            </a:pPr>
            <a:r>
              <a:rPr lang="ko-KR" altLang="en-US" smtClean="0"/>
              <a:t>우리는 게임의 환경 요소에 이 </a:t>
            </a:r>
            <a:r>
              <a:rPr lang="en-US" altLang="ko-KR" smtClean="0"/>
              <a:t>3</a:t>
            </a:r>
            <a:r>
              <a:rPr lang="ko-KR" altLang="en-US" smtClean="0"/>
              <a:t>가지를 잘 사용해야 한다</a:t>
            </a:r>
            <a:r>
              <a:rPr lang="en-US" altLang="ko-KR" smtClean="0"/>
              <a:t>.</a:t>
            </a:r>
          </a:p>
          <a:p>
            <a:pPr marL="0" indent="0">
              <a:buNone/>
            </a:pPr>
            <a:endParaRPr lang="en-US" altLang="ko-KR"/>
          </a:p>
          <a:p>
            <a:pPr marL="0" indent="0">
              <a:buNone/>
            </a:pPr>
            <a:r>
              <a:rPr lang="en-US" altLang="ko-KR" smtClean="0"/>
              <a:t>Cf) </a:t>
            </a:r>
            <a:r>
              <a:rPr lang="ko-KR" altLang="en-US" smtClean="0"/>
              <a:t>파판 </a:t>
            </a:r>
            <a:r>
              <a:rPr lang="en-US" altLang="ko-KR" smtClean="0"/>
              <a:t>= </a:t>
            </a:r>
            <a:r>
              <a:rPr lang="ko-KR" altLang="en-US" smtClean="0"/>
              <a:t>파이널 판타지</a:t>
            </a:r>
            <a:endParaRPr lang="en-US" altLang="ko-KR" smtClean="0"/>
          </a:p>
          <a:p>
            <a:pPr marL="0" indent="0">
              <a:buNone/>
            </a:pPr>
            <a:r>
              <a:rPr lang="en-US" altLang="ko-KR" smtClean="0"/>
              <a:t>CF) CCO = </a:t>
            </a:r>
            <a:r>
              <a:rPr lang="ko-KR" altLang="en-US" smtClean="0"/>
              <a:t>웬만한 상업적인 걸로 다 사용할 수 있는 저작권</a:t>
            </a:r>
            <a:r>
              <a:rPr lang="en-US" altLang="ko-KR" smtClean="0"/>
              <a:t>.</a:t>
            </a:r>
            <a:endParaRPr lang="ko-KR" altLang="en-US"/>
          </a:p>
        </p:txBody>
      </p:sp>
      <p:sp>
        <p:nvSpPr>
          <p:cNvPr id="4" name="제목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r>
              <a:rPr lang="en-US" altLang="ko-KR" smtClean="0"/>
              <a:t>Level </a:t>
            </a:r>
            <a:r>
              <a:rPr lang="ko-KR" altLang="en-US" smtClean="0"/>
              <a:t>자체에서 절대 까먹으면 안 되는 것</a:t>
            </a:r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9690234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b="1" smtClean="0">
                <a:solidFill>
                  <a:srgbClr val="92D050"/>
                </a:solidFill>
              </a:rPr>
              <a:t>면접</a:t>
            </a:r>
            <a:r>
              <a:rPr lang="ko-KR" altLang="en-US" smtClean="0"/>
              <a:t> 때 말할 핵심 단어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ko-KR" altLang="en-US" b="1" smtClean="0">
                <a:solidFill>
                  <a:srgbClr val="92D050"/>
                </a:solidFill>
              </a:rPr>
              <a:t>슈퍼 샘플</a:t>
            </a:r>
            <a:endParaRPr lang="en-US" altLang="ko-KR" b="1" smtClean="0">
              <a:solidFill>
                <a:srgbClr val="92D050"/>
              </a:solidFill>
            </a:endParaRPr>
          </a:p>
          <a:p>
            <a:pPr lvl="1"/>
            <a:r>
              <a:rPr lang="ko-KR" altLang="en-US" smtClean="0"/>
              <a:t>내가 어떤 게임을 레퍼런스로 참조했는지</a:t>
            </a:r>
            <a:endParaRPr lang="en-US" altLang="ko-KR" smtClean="0"/>
          </a:p>
          <a:p>
            <a:pPr lvl="1"/>
            <a:r>
              <a:rPr lang="ko-KR" altLang="en-US" smtClean="0"/>
              <a:t>예</a:t>
            </a:r>
            <a:r>
              <a:rPr lang="en-US" altLang="ko-KR" smtClean="0"/>
              <a:t>) </a:t>
            </a:r>
            <a:r>
              <a:rPr lang="ko-KR" altLang="en-US" smtClean="0"/>
              <a:t>리틀 나이트메어</a:t>
            </a:r>
            <a:r>
              <a:rPr lang="en-US" altLang="ko-KR" smtClean="0"/>
              <a:t>, WOW, </a:t>
            </a:r>
            <a:r>
              <a:rPr lang="ko-KR" altLang="en-US" smtClean="0"/>
              <a:t>세계 </a:t>
            </a:r>
            <a:r>
              <a:rPr lang="en-US" altLang="ko-KR" smtClean="0"/>
              <a:t>2</a:t>
            </a:r>
            <a:r>
              <a:rPr lang="ko-KR" altLang="en-US" smtClean="0"/>
              <a:t>차 대전 전쟁 장소</a:t>
            </a:r>
            <a:endParaRPr lang="en-US" altLang="ko-KR" smtClean="0"/>
          </a:p>
          <a:p>
            <a:pPr lvl="1"/>
            <a:r>
              <a:rPr lang="ko-KR" altLang="en-US" b="1" smtClean="0"/>
              <a:t>슈퍼 샘플을 찾을 수 있는 능력 </a:t>
            </a:r>
            <a:r>
              <a:rPr lang="en-US" altLang="ko-KR" b="1" smtClean="0"/>
              <a:t>=&gt; </a:t>
            </a:r>
            <a:r>
              <a:rPr lang="ko-KR" altLang="en-US" b="1" smtClean="0"/>
              <a:t>이게 요즘 트렌드</a:t>
            </a:r>
            <a:endParaRPr lang="en-US" altLang="ko-KR" b="1" smtClean="0"/>
          </a:p>
          <a:p>
            <a:r>
              <a:rPr lang="ko-KR" altLang="en-US" b="1" smtClean="0"/>
              <a:t>활용</a:t>
            </a:r>
            <a:endParaRPr lang="en-US" altLang="ko-KR" b="1"/>
          </a:p>
          <a:p>
            <a:pPr lvl="1"/>
            <a:r>
              <a:rPr lang="ko-KR" altLang="en-US" smtClean="0"/>
              <a:t>슈퍼 샘플을 찾아서 </a:t>
            </a:r>
            <a:r>
              <a:rPr lang="ko-KR" altLang="en-US" b="1" smtClean="0"/>
              <a:t>나에게 맞게 활용하는 능력</a:t>
            </a:r>
            <a:endParaRPr lang="en-US" altLang="ko-KR" b="1" smtClean="0"/>
          </a:p>
          <a:p>
            <a:pPr lvl="1"/>
            <a:r>
              <a:rPr lang="ko-KR" altLang="en-US" smtClean="0"/>
              <a:t>베끼는 걸 나쁘게 생각하지 말고</a:t>
            </a:r>
            <a:r>
              <a:rPr lang="en-US" altLang="ko-KR"/>
              <a:t> </a:t>
            </a:r>
            <a:r>
              <a:rPr lang="ko-KR" altLang="en-US" smtClean="0"/>
              <a:t>적극적으로 내껄로 만들자</a:t>
            </a:r>
            <a:r>
              <a:rPr lang="en-US" altLang="ko-KR" smtClean="0"/>
              <a:t>.</a:t>
            </a:r>
          </a:p>
          <a:p>
            <a:pPr lvl="1"/>
            <a:r>
              <a:rPr lang="en-US" altLang="ko-KR" smtClean="0"/>
              <a:t>[</a:t>
            </a:r>
            <a:r>
              <a:rPr lang="ko-KR" altLang="en-US" smtClean="0"/>
              <a:t>팬텀 블레이드</a:t>
            </a:r>
            <a:r>
              <a:rPr lang="en-US" altLang="ko-KR" smtClean="0"/>
              <a:t>] – </a:t>
            </a:r>
            <a:r>
              <a:rPr lang="ko-KR" altLang="en-US" smtClean="0"/>
              <a:t>중국 게임 </a:t>
            </a:r>
            <a:r>
              <a:rPr lang="en-US" altLang="ko-KR" smtClean="0"/>
              <a:t>=&gt; </a:t>
            </a:r>
            <a:r>
              <a:rPr lang="ko-KR" altLang="en-US" smtClean="0"/>
              <a:t>이게 요즘 게임</a:t>
            </a:r>
            <a:endParaRPr lang="en-US" altLang="ko-KR" smtClean="0"/>
          </a:p>
          <a:p>
            <a:pPr lvl="1"/>
            <a:r>
              <a:rPr lang="en-US" altLang="ko-KR" smtClean="0"/>
              <a:t>[</a:t>
            </a:r>
            <a:r>
              <a:rPr lang="ko-KR" altLang="en-US" smtClean="0"/>
              <a:t>어라이즈</a:t>
            </a:r>
            <a:r>
              <a:rPr lang="en-US" altLang="ko-KR" smtClean="0"/>
              <a:t>], [</a:t>
            </a:r>
            <a:r>
              <a:rPr lang="ko-KR" altLang="en-US" smtClean="0"/>
              <a:t>이코</a:t>
            </a:r>
            <a:r>
              <a:rPr lang="en-US" altLang="ko-KR" smtClean="0"/>
              <a:t>] =&gt; </a:t>
            </a:r>
            <a:r>
              <a:rPr lang="ko-KR" altLang="en-US" smtClean="0"/>
              <a:t>감성 게임</a:t>
            </a:r>
            <a:endParaRPr lang="en-US" altLang="ko-KR" smtClean="0"/>
          </a:p>
          <a:p>
            <a:endParaRPr lang="en-US" altLang="ko-KR" smtClean="0"/>
          </a:p>
          <a:p>
            <a:r>
              <a:rPr lang="ko-KR" altLang="en-US" smtClean="0"/>
              <a:t>베끼는 게 아니라</a:t>
            </a:r>
            <a:r>
              <a:rPr lang="en-US" altLang="ko-KR" smtClean="0"/>
              <a:t>, </a:t>
            </a:r>
            <a:r>
              <a:rPr lang="ko-KR" altLang="en-US" smtClean="0"/>
              <a:t>내 게임</a:t>
            </a:r>
            <a:r>
              <a:rPr lang="en-US" altLang="ko-KR" smtClean="0"/>
              <a:t>(</a:t>
            </a:r>
            <a:r>
              <a:rPr lang="ko-KR" altLang="en-US" smtClean="0"/>
              <a:t>상황</a:t>
            </a:r>
            <a:r>
              <a:rPr lang="en-US" altLang="ko-KR" smtClean="0"/>
              <a:t>)</a:t>
            </a:r>
            <a:r>
              <a:rPr lang="ko-KR" altLang="en-US" smtClean="0"/>
              <a:t>에 맞게 </a:t>
            </a:r>
            <a:r>
              <a:rPr lang="en-US" altLang="ko-KR" b="1" smtClean="0"/>
              <a:t>‘</a:t>
            </a:r>
            <a:r>
              <a:rPr lang="ko-KR" altLang="en-US" b="1" smtClean="0"/>
              <a:t>오마쥬</a:t>
            </a:r>
            <a:r>
              <a:rPr lang="en-US" altLang="ko-KR" b="1" smtClean="0"/>
              <a:t>’</a:t>
            </a:r>
            <a:r>
              <a:rPr lang="ko-KR" altLang="en-US" smtClean="0"/>
              <a:t>하는 것</a:t>
            </a:r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11357003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꿀팁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smtClean="0"/>
              <a:t>진짜 분석을 잘할 자신이 있다면</a:t>
            </a:r>
            <a:endParaRPr lang="en-US" altLang="ko-KR" smtClean="0"/>
          </a:p>
          <a:p>
            <a:r>
              <a:rPr lang="ko-KR" altLang="en-US" smtClean="0"/>
              <a:t>좋은 게임을 잘 찾아서</a:t>
            </a:r>
            <a:endParaRPr lang="en-US" altLang="ko-KR" smtClean="0"/>
          </a:p>
          <a:p>
            <a:r>
              <a:rPr lang="ko-KR" altLang="en-US" smtClean="0"/>
              <a:t>그걸 분석해서 포트폴리오를 만들자</a:t>
            </a:r>
            <a:r>
              <a:rPr lang="en-US" altLang="ko-KR" smtClean="0"/>
              <a:t>.</a:t>
            </a:r>
          </a:p>
          <a:p>
            <a:endParaRPr lang="en-US" altLang="ko-KR"/>
          </a:p>
          <a:p>
            <a:r>
              <a:rPr lang="ko-KR" altLang="en-US" smtClean="0"/>
              <a:t>빠르게 취업하고 싶다면 슈퍼 샘플을 잘 찾아서 분석하자</a:t>
            </a:r>
            <a:r>
              <a:rPr lang="en-US" altLang="ko-KR" smtClean="0"/>
              <a:t>.</a:t>
            </a:r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7202201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우리에게 필요한 것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521368" y="1825625"/>
            <a:ext cx="11149264" cy="4351338"/>
          </a:xfrm>
        </p:spPr>
        <p:txBody>
          <a:bodyPr/>
          <a:lstStyle/>
          <a:p>
            <a:r>
              <a:rPr lang="ko-KR" altLang="en-US" smtClean="0"/>
              <a:t>어떤 게임을 레퍼런스로 할 지</a:t>
            </a:r>
            <a:endParaRPr lang="en-US" altLang="ko-KR"/>
          </a:p>
          <a:p>
            <a:r>
              <a:rPr lang="en-US" altLang="ko-KR" smtClean="0"/>
              <a:t>SF </a:t>
            </a:r>
            <a:r>
              <a:rPr lang="ko-KR" altLang="en-US" smtClean="0"/>
              <a:t>갑옷 예</a:t>
            </a:r>
            <a:r>
              <a:rPr lang="en-US" altLang="ko-KR" smtClean="0"/>
              <a:t>) </a:t>
            </a:r>
            <a:r>
              <a:rPr lang="ko-KR" altLang="en-US" smtClean="0"/>
              <a:t>스타크래프트 마린 갑옷 착용 장면</a:t>
            </a:r>
            <a:r>
              <a:rPr lang="en-US" altLang="ko-KR" smtClean="0"/>
              <a:t>, </a:t>
            </a:r>
            <a:r>
              <a:rPr lang="ko-KR" altLang="en-US" smtClean="0"/>
              <a:t>펄어비스 플랜</a:t>
            </a:r>
            <a:r>
              <a:rPr lang="en-US" altLang="ko-KR" smtClean="0"/>
              <a:t> 8</a:t>
            </a:r>
          </a:p>
          <a:p>
            <a:endParaRPr lang="en-US" altLang="ko-KR"/>
          </a:p>
          <a:p>
            <a:r>
              <a:rPr lang="ko-KR" altLang="en-US" smtClean="0"/>
              <a:t>내가 진짜 만들고 싶은 것을 </a:t>
            </a:r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16786611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해야할 것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smtClean="0"/>
              <a:t>벤치마킹 </a:t>
            </a:r>
            <a:r>
              <a:rPr lang="en-US" altLang="ko-KR" smtClean="0"/>
              <a:t>=&gt; </a:t>
            </a:r>
            <a:r>
              <a:rPr lang="ko-KR" altLang="en-US" smtClean="0"/>
              <a:t>내가 했던 재밌는 게임</a:t>
            </a:r>
            <a:r>
              <a:rPr lang="en-US" altLang="ko-KR" smtClean="0"/>
              <a:t>, </a:t>
            </a:r>
            <a:r>
              <a:rPr lang="ko-KR" altLang="en-US" smtClean="0"/>
              <a:t>선생님께서 보여주신 게임</a:t>
            </a:r>
            <a:endParaRPr lang="en-US" altLang="ko-KR" smtClean="0"/>
          </a:p>
          <a:p>
            <a:endParaRPr lang="en-US" altLang="ko-KR"/>
          </a:p>
          <a:p>
            <a:r>
              <a:rPr lang="ko-KR" altLang="en-US" smtClean="0"/>
              <a:t>내가 만들고 있는 게임의 </a:t>
            </a:r>
            <a:r>
              <a:rPr lang="en-US" altLang="ko-KR" smtClean="0"/>
              <a:t>environment</a:t>
            </a:r>
            <a:r>
              <a:rPr lang="ko-KR" altLang="en-US" smtClean="0"/>
              <a:t>에 적용할 수 있다</a:t>
            </a:r>
            <a:r>
              <a:rPr lang="en-US" altLang="ko-KR" smtClean="0"/>
              <a:t>.</a:t>
            </a:r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62846305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생각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smtClean="0"/>
              <a:t>우정 목걸이 조각을 습득 후</a:t>
            </a:r>
            <a:r>
              <a:rPr lang="en-US" altLang="ko-KR" smtClean="0"/>
              <a:t>, </a:t>
            </a:r>
            <a:r>
              <a:rPr lang="ko-KR" altLang="en-US" smtClean="0"/>
              <a:t>트라우마 자리로 다가가면 아래로 빠지는 연출</a:t>
            </a:r>
            <a:endParaRPr lang="en-US" altLang="ko-KR" smtClean="0"/>
          </a:p>
          <a:p>
            <a:r>
              <a:rPr lang="ko-KR" altLang="en-US" smtClean="0"/>
              <a:t>그렇게 강당으로 이동</a:t>
            </a:r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75038490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smtClean="0"/>
              <a:t>3</a:t>
            </a:r>
            <a:r>
              <a:rPr lang="ko-KR" altLang="en-US" smtClean="0"/>
              <a:t>시 </a:t>
            </a:r>
            <a:r>
              <a:rPr lang="en-US" altLang="ko-KR" smtClean="0"/>
              <a:t>20</a:t>
            </a:r>
            <a:r>
              <a:rPr lang="ko-KR" altLang="en-US" smtClean="0"/>
              <a:t>분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smtClean="0"/>
              <a:t>몬스터 배치 관련 수업</a:t>
            </a:r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00084802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몬스터 배치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smtClean="0"/>
              <a:t>파란색 영역을 어떻게 퀄업 시키나</a:t>
            </a:r>
            <a:endParaRPr lang="ko-KR" altLang="en-US"/>
          </a:p>
        </p:txBody>
      </p:sp>
      <p:pic>
        <p:nvPicPr>
          <p:cNvPr id="4" name="그림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76255" y="2428257"/>
            <a:ext cx="5515745" cy="44297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0762231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퀄업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smtClean="0"/>
              <a:t>몬스터의 이미지를 장기말처럼 만들기</a:t>
            </a:r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8528174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그림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5644" y="762000"/>
            <a:ext cx="11520712" cy="5334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8396473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74</TotalTime>
  <Words>362</Words>
  <Application>Microsoft Office PowerPoint</Application>
  <PresentationFormat>와이드스크린</PresentationFormat>
  <Paragraphs>61</Paragraphs>
  <Slides>13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13</vt:i4>
      </vt:variant>
    </vt:vector>
  </HeadingPairs>
  <TitlesOfParts>
    <vt:vector size="16" baseType="lpstr">
      <vt:lpstr>맑은 고딕</vt:lpstr>
      <vt:lpstr>Arial</vt:lpstr>
      <vt:lpstr>Office 테마</vt:lpstr>
      <vt:lpstr>7개의 영역</vt:lpstr>
      <vt:lpstr>Level 자체에서 절대 까먹으면 안 되는 것</vt:lpstr>
      <vt:lpstr>Level 자체에서 절대 까먹으면 안 되는 것</vt:lpstr>
      <vt:lpstr>Level 자체에서 절대 까먹으면 안 되는 것</vt:lpstr>
      <vt:lpstr>면접 때 말할 핵심 단어</vt:lpstr>
      <vt:lpstr>꿀팁</vt:lpstr>
      <vt:lpstr>우리에게 필요한 것</vt:lpstr>
      <vt:lpstr>해야할 것</vt:lpstr>
      <vt:lpstr>생각</vt:lpstr>
      <vt:lpstr>3시 20분</vt:lpstr>
      <vt:lpstr>몬스터 배치</vt:lpstr>
      <vt:lpstr>퀄업</vt:lpstr>
      <vt:lpstr>PowerPoint 프레젠테이션</vt:lpstr>
    </vt:vector>
  </TitlesOfParts>
  <Company>Organization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7개의 영역</dc:title>
  <dc:creator>FullName</dc:creator>
  <cp:lastModifiedBy>FullName</cp:lastModifiedBy>
  <cp:revision>8</cp:revision>
  <dcterms:created xsi:type="dcterms:W3CDTF">2026-06-03T05:00:59Z</dcterms:created>
  <dcterms:modified xsi:type="dcterms:W3CDTF">2026-06-03T06:27:37Z</dcterms:modified>
</cp:coreProperties>
</file>