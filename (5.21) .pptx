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A5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90" y="-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60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43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0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21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382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42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2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455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536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77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25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7BC93-455A-40C0-951B-6A000D94386F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18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플레이의 작용요소가 방해요인을 제거해서 목적을 달성하면</a:t>
            </a:r>
            <a:endParaRPr lang="en-US" altLang="ko-KR" smtClean="0"/>
          </a:p>
          <a:p>
            <a:r>
              <a:rPr lang="ko-KR" altLang="en-US" smtClean="0"/>
              <a:t>다음 상황으로 넘어가는데</a:t>
            </a:r>
            <a:r>
              <a:rPr lang="en-US" altLang="ko-KR" smtClean="0"/>
              <a:t>,</a:t>
            </a:r>
          </a:p>
          <a:p>
            <a:r>
              <a:rPr lang="ko-KR" altLang="en-US" smtClean="0"/>
              <a:t>이렇게 넘어감녀서 이야기</a:t>
            </a:r>
            <a:r>
              <a:rPr lang="en-US" altLang="ko-KR" smtClean="0"/>
              <a:t>/</a:t>
            </a:r>
            <a:r>
              <a:rPr lang="ko-KR" altLang="en-US" smtClean="0"/>
              <a:t>플레이의 목적이 진행</a:t>
            </a:r>
            <a:r>
              <a:rPr lang="en-US" altLang="ko-KR" smtClean="0"/>
              <a:t>/</a:t>
            </a:r>
            <a:r>
              <a:rPr lang="ko-KR" altLang="en-US" smtClean="0"/>
              <a:t>달성되는 것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7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프래그마타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같은 실험체이지만 다른 평가를 받는 이유</a:t>
            </a:r>
            <a:endParaRPr lang="en-US" altLang="ko-KR" smtClean="0"/>
          </a:p>
          <a:p>
            <a:r>
              <a:rPr lang="ko-KR" altLang="en-US" smtClean="0"/>
              <a:t>흰머리 </a:t>
            </a:r>
            <a:r>
              <a:rPr lang="en-US" altLang="ko-KR" smtClean="0"/>
              <a:t>: </a:t>
            </a:r>
            <a:r>
              <a:rPr lang="ko-KR" altLang="en-US" smtClean="0"/>
              <a:t>방향성이 있고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박사는 이 존재를 완벽한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존재라고 생각했음</a:t>
            </a:r>
            <a:endParaRPr lang="en-US" altLang="ko-KR" smtClean="0"/>
          </a:p>
          <a:p>
            <a:r>
              <a:rPr lang="ko-KR" altLang="en-US" smtClean="0"/>
              <a:t>다이애나 </a:t>
            </a:r>
            <a:r>
              <a:rPr lang="en-US" altLang="ko-KR" smtClean="0"/>
              <a:t>: </a:t>
            </a:r>
            <a:r>
              <a:rPr lang="ko-KR" altLang="en-US" smtClean="0"/>
              <a:t>방향성이 없으나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플레이가 진행되면서 인간이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되어가고</a:t>
            </a:r>
            <a:r>
              <a:rPr lang="en-US" altLang="ko-KR" smtClean="0"/>
              <a:t>, </a:t>
            </a:r>
            <a:r>
              <a:rPr lang="ko-KR" altLang="en-US" smtClean="0"/>
              <a:t>인간처럼 불완전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한 존재이므로 플레이어들이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좋아한다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905" y="2339384"/>
            <a:ext cx="6513096" cy="451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412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9" y="318196"/>
            <a:ext cx="11071122" cy="622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22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단의 구성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맵 하나당 단의 구성이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맵에서 나갈 때 어떤 게 해소되는지</a:t>
            </a:r>
            <a:endParaRPr lang="en-US" altLang="ko-KR" smtClean="0"/>
          </a:p>
          <a:p>
            <a:r>
              <a:rPr lang="ko-KR" altLang="en-US" smtClean="0"/>
              <a:t>어떤 상황으로 이어지는지</a:t>
            </a:r>
            <a:endParaRPr lang="en-US" altLang="ko-KR" smtClean="0"/>
          </a:p>
          <a:p>
            <a:r>
              <a:rPr lang="ko-KR" altLang="en-US" smtClean="0"/>
              <a:t>각각의 단에서 핵심적인 상황의 기차칸을 만들자</a:t>
            </a:r>
            <a:endParaRPr lang="en-US" altLang="ko-KR" smtClean="0"/>
          </a:p>
          <a:p>
            <a:r>
              <a:rPr lang="ko-KR" altLang="en-US" smtClean="0"/>
              <a:t>맵의 모든 영역이 플레이의 목적을 가질 필요는 없다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다 하면 채팅창에 </a:t>
            </a:r>
            <a:r>
              <a:rPr lang="en-US" altLang="ko-KR" smtClean="0"/>
              <a:t>‘</a:t>
            </a:r>
            <a:r>
              <a:rPr lang="ko-KR" altLang="en-US" smtClean="0"/>
              <a:t>완료</a:t>
            </a:r>
            <a:r>
              <a:rPr lang="en-US" altLang="ko-KR" smtClean="0"/>
              <a:t>’</a:t>
            </a:r>
            <a:r>
              <a:rPr lang="ko-KR" altLang="en-US" smtClean="0"/>
              <a:t>라고 적기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06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81" y="497381"/>
            <a:ext cx="10009238" cy="586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1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495" y="294837"/>
            <a:ext cx="7059010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58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74</Words>
  <Application>Microsoft Office PowerPoint</Application>
  <PresentationFormat>와이드스크린</PresentationFormat>
  <Paragraphs>16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상황</vt:lpstr>
      <vt:lpstr>프래그마타</vt:lpstr>
      <vt:lpstr>PowerPoint 프레젠테이션</vt:lpstr>
      <vt:lpstr>단의 구성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6</cp:revision>
  <dcterms:created xsi:type="dcterms:W3CDTF">2026-05-21T04:52:52Z</dcterms:created>
  <dcterms:modified xsi:type="dcterms:W3CDTF">2026-05-21T06:57:15Z</dcterms:modified>
</cp:coreProperties>
</file>