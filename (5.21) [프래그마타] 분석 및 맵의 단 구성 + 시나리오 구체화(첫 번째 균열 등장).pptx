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A5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53F2E0-54A6-4C17-B81A-F8D6A9359ABB}" v="9" dt="2026-05-22T01:21:35.7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84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05-22T01:21:35.782" v="302" actId="164"/>
      <pc:docMkLst>
        <pc:docMk/>
      </pc:docMkLst>
      <pc:sldChg chg="addSp modSp new mod">
        <pc:chgData name="musukie52@gmail.com" userId="017bd91f96aa8751" providerId="LiveId" clId="{5B2C3894-F97E-4CAB-8812-5BB4D83AAC6A}" dt="2026-05-22T01:21:35.782" v="302" actId="164"/>
        <pc:sldMkLst>
          <pc:docMk/>
          <pc:sldMk cId="2185112803" sldId="263"/>
        </pc:sldMkLst>
        <pc:spChg chg="mod">
          <ac:chgData name="musukie52@gmail.com" userId="017bd91f96aa8751" providerId="LiveId" clId="{5B2C3894-F97E-4CAB-8812-5BB4D83AAC6A}" dt="2026-05-22T00:47:32.926" v="62" actId="20577"/>
          <ac:spMkLst>
            <pc:docMk/>
            <pc:sldMk cId="2185112803" sldId="263"/>
            <ac:spMk id="2" creationId="{F5CA0CC2-7FE5-187B-A296-D6C811650EAE}"/>
          </ac:spMkLst>
        </pc:spChg>
        <pc:spChg chg="mod">
          <ac:chgData name="musukie52@gmail.com" userId="017bd91f96aa8751" providerId="LiveId" clId="{5B2C3894-F97E-4CAB-8812-5BB4D83AAC6A}" dt="2026-05-22T00:49:02.799" v="260" actId="20577"/>
          <ac:spMkLst>
            <pc:docMk/>
            <pc:sldMk cId="2185112803" sldId="263"/>
            <ac:spMk id="3" creationId="{3389ED13-4F0C-E900-FDB2-5828205D77C5}"/>
          </ac:spMkLst>
        </pc:spChg>
        <pc:grpChg chg="add mod">
          <ac:chgData name="musukie52@gmail.com" userId="017bd91f96aa8751" providerId="LiveId" clId="{5B2C3894-F97E-4CAB-8812-5BB4D83AAC6A}" dt="2026-05-22T01:21:35.782" v="302" actId="164"/>
          <ac:grpSpMkLst>
            <pc:docMk/>
            <pc:sldMk cId="2185112803" sldId="263"/>
            <ac:grpSpMk id="8" creationId="{B4974675-9464-A2A8-2D4F-1EAB5C6B4F27}"/>
          </ac:grpSpMkLst>
        </pc:grpChg>
        <pc:picChg chg="add mod ord modCrop">
          <ac:chgData name="musukie52@gmail.com" userId="017bd91f96aa8751" providerId="LiveId" clId="{5B2C3894-F97E-4CAB-8812-5BB4D83AAC6A}" dt="2026-05-22T01:21:35.782" v="302" actId="164"/>
          <ac:picMkLst>
            <pc:docMk/>
            <pc:sldMk cId="2185112803" sldId="263"/>
            <ac:picMk id="5" creationId="{812FC0C6-3070-7C14-51D4-DC8D3D705F4A}"/>
          </ac:picMkLst>
        </pc:picChg>
        <pc:picChg chg="add mod">
          <ac:chgData name="musukie52@gmail.com" userId="017bd91f96aa8751" providerId="LiveId" clId="{5B2C3894-F97E-4CAB-8812-5BB4D83AAC6A}" dt="2026-05-22T01:21:35.782" v="302" actId="164"/>
          <ac:picMkLst>
            <pc:docMk/>
            <pc:sldMk cId="2185112803" sldId="263"/>
            <ac:picMk id="7" creationId="{5C5E4266-656D-5070-EC3F-D32F303DDC1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1606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9434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0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21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382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428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025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645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536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77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2595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7BC93-455A-40C0-951B-6A000D94386F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5D0B82-E465-408E-8DAA-6CD02B4388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18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플레이의 작용요소가 방해요인을 제거해서 목적을 달성하면</a:t>
            </a:r>
            <a:endParaRPr lang="en-US" altLang="ko-KR"/>
          </a:p>
          <a:p>
            <a:r>
              <a:rPr lang="ko-KR" altLang="en-US"/>
              <a:t>다음 상황으로 넘어가는데</a:t>
            </a:r>
            <a:r>
              <a:rPr lang="en-US" altLang="ko-KR"/>
              <a:t>,</a:t>
            </a:r>
          </a:p>
          <a:p>
            <a:r>
              <a:rPr lang="ko-KR" altLang="en-US"/>
              <a:t>이렇게 넘어감녀서 이야기</a:t>
            </a:r>
            <a:r>
              <a:rPr lang="en-US" altLang="ko-KR"/>
              <a:t>/</a:t>
            </a:r>
            <a:r>
              <a:rPr lang="ko-KR" altLang="en-US"/>
              <a:t>플레이의 목적이 진행</a:t>
            </a:r>
            <a:r>
              <a:rPr lang="en-US" altLang="ko-KR"/>
              <a:t>/</a:t>
            </a:r>
            <a:r>
              <a:rPr lang="ko-KR" altLang="en-US"/>
              <a:t>달성되는 것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171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프래그마타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같은 실험체이지만 다른 평가를 받는 이유</a:t>
            </a:r>
            <a:endParaRPr lang="en-US" altLang="ko-KR"/>
          </a:p>
          <a:p>
            <a:r>
              <a:rPr lang="ko-KR" altLang="en-US"/>
              <a:t>흰머리 </a:t>
            </a:r>
            <a:r>
              <a:rPr lang="en-US" altLang="ko-KR"/>
              <a:t>: </a:t>
            </a:r>
            <a:r>
              <a:rPr lang="ko-KR" altLang="en-US"/>
              <a:t>방향성이 있고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박사는 이 존재를 완벽한</a:t>
            </a:r>
            <a:br>
              <a:rPr lang="en-US" altLang="ko-KR"/>
            </a:br>
            <a:r>
              <a:rPr lang="ko-KR" altLang="en-US"/>
              <a:t>존재라고 생각했음</a:t>
            </a:r>
            <a:endParaRPr lang="en-US" altLang="ko-KR"/>
          </a:p>
          <a:p>
            <a:r>
              <a:rPr lang="ko-KR" altLang="en-US"/>
              <a:t>다이애나 </a:t>
            </a:r>
            <a:r>
              <a:rPr lang="en-US" altLang="ko-KR"/>
              <a:t>: </a:t>
            </a:r>
            <a:r>
              <a:rPr lang="ko-KR" altLang="en-US"/>
              <a:t>방향성이 없으나</a:t>
            </a:r>
            <a:r>
              <a:rPr lang="en-US" altLang="ko-KR"/>
              <a:t>,</a:t>
            </a:r>
            <a:br>
              <a:rPr lang="en-US" altLang="ko-KR"/>
            </a:br>
            <a:r>
              <a:rPr lang="ko-KR" altLang="en-US"/>
              <a:t>플레이가 진행되면서 인간이</a:t>
            </a:r>
            <a:br>
              <a:rPr lang="en-US" altLang="ko-KR"/>
            </a:br>
            <a:r>
              <a:rPr lang="ko-KR" altLang="en-US"/>
              <a:t>되어가고</a:t>
            </a:r>
            <a:r>
              <a:rPr lang="en-US" altLang="ko-KR"/>
              <a:t>, </a:t>
            </a:r>
            <a:r>
              <a:rPr lang="ko-KR" altLang="en-US"/>
              <a:t>인간처럼 불완전</a:t>
            </a:r>
            <a:br>
              <a:rPr lang="en-US" altLang="ko-KR"/>
            </a:br>
            <a:r>
              <a:rPr lang="ko-KR" altLang="en-US"/>
              <a:t>한 존재이므로 플레이어들이</a:t>
            </a:r>
            <a:br>
              <a:rPr lang="en-US" altLang="ko-KR"/>
            </a:br>
            <a:r>
              <a:rPr lang="ko-KR" altLang="en-US"/>
              <a:t>좋아한다</a:t>
            </a:r>
            <a:r>
              <a:rPr lang="en-US" altLang="ko-KR"/>
              <a:t>.</a:t>
            </a:r>
          </a:p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8905" y="2339384"/>
            <a:ext cx="6513096" cy="45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12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9" y="318196"/>
            <a:ext cx="11071122" cy="622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22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단의 구성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맵 하나당 단의 구성이 있다</a:t>
            </a:r>
            <a:r>
              <a:rPr lang="en-US" altLang="ko-KR"/>
              <a:t>.</a:t>
            </a:r>
          </a:p>
          <a:p>
            <a:r>
              <a:rPr lang="ko-KR" altLang="en-US"/>
              <a:t>맵에서 나갈 때 어떤 게 해소되는지</a:t>
            </a:r>
            <a:endParaRPr lang="en-US" altLang="ko-KR"/>
          </a:p>
          <a:p>
            <a:r>
              <a:rPr lang="ko-KR" altLang="en-US"/>
              <a:t>어떤 상황으로 이어지는지</a:t>
            </a:r>
            <a:endParaRPr lang="en-US" altLang="ko-KR"/>
          </a:p>
          <a:p>
            <a:r>
              <a:rPr lang="ko-KR" altLang="en-US"/>
              <a:t>각각의 단에서 핵심적인 상황의 기차칸을 만들자</a:t>
            </a:r>
            <a:endParaRPr lang="en-US" altLang="ko-KR"/>
          </a:p>
          <a:p>
            <a:r>
              <a:rPr lang="ko-KR" altLang="en-US"/>
              <a:t>맵의 모든 영역이 플레이의 목적을 가질 필요는 없다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다 하면 채팅창에 </a:t>
            </a:r>
            <a:r>
              <a:rPr lang="en-US" altLang="ko-KR"/>
              <a:t>‘</a:t>
            </a:r>
            <a:r>
              <a:rPr lang="ko-KR" altLang="en-US"/>
              <a:t>완료</a:t>
            </a:r>
            <a:r>
              <a:rPr lang="en-US" altLang="ko-KR"/>
              <a:t>’</a:t>
            </a:r>
            <a:r>
              <a:rPr lang="ko-KR" altLang="en-US"/>
              <a:t>라고 적기</a:t>
            </a:r>
          </a:p>
        </p:txBody>
      </p:sp>
    </p:spTree>
    <p:extLst>
      <p:ext uri="{BB962C8B-B14F-4D97-AF65-F5344CB8AC3E}">
        <p14:creationId xmlns:p14="http://schemas.microsoft.com/office/powerpoint/2010/main" val="333306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381" y="497381"/>
            <a:ext cx="10009238" cy="586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11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6495" y="294837"/>
            <a:ext cx="7059010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058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CA0CC2-7FE5-187B-A296-D6C811650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첫 번째 균열 등장 이야기 구체화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89ED13-4F0C-E900-FDB2-5828205D7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하늘이 갑자기 어두워지고 첫 번째 균열이 </a:t>
            </a:r>
            <a:r>
              <a:rPr lang="ko-KR" altLang="en-US" dirty="0" err="1"/>
              <a:t>치지직</a:t>
            </a:r>
            <a:r>
              <a:rPr lang="ko-KR" altLang="en-US" dirty="0"/>
              <a:t> </a:t>
            </a:r>
            <a:r>
              <a:rPr lang="ko-KR" altLang="en-US" dirty="0" err="1"/>
              <a:t>깜빡거리며</a:t>
            </a:r>
            <a:r>
              <a:rPr lang="ko-KR" altLang="en-US" dirty="0"/>
              <a:t> 공원 한복판에 등장한다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B4974675-9464-A2A8-2D4F-1EAB5C6B4F27}"/>
              </a:ext>
            </a:extLst>
          </p:cNvPr>
          <p:cNvGrpSpPr/>
          <p:nvPr/>
        </p:nvGrpSpPr>
        <p:grpSpPr>
          <a:xfrm>
            <a:off x="6478" y="4001294"/>
            <a:ext cx="12185522" cy="6858000"/>
            <a:chOff x="6478" y="4001294"/>
            <a:chExt cx="12185522" cy="685800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C5E4266-656D-5070-EC3F-D32F303DD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78" y="4001294"/>
              <a:ext cx="12185522" cy="6858000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12FC0C6-3070-7C14-51D4-DC8D3D705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56642" b="99044" l="34151" r="49163">
                          <a14:foregroundMark x1="39713" y1="57705" x2="39593" y2="56748"/>
                          <a14:foregroundMark x1="34928" y1="91605" x2="37261" y2="97450"/>
                          <a14:foregroundMark x1="37261" y1="97450" x2="42285" y2="99044"/>
                          <a14:foregroundMark x1="42285" y1="99044" x2="46591" y2="94474"/>
                          <a14:foregroundMark x1="46591" y1="94474" x2="46830" y2="93836"/>
                          <a14:foregroundMark x1="39474" y1="57279" x2="41388" y2="57705"/>
                          <a14:foregroundMark x1="35108" y1="89479" x2="34151" y2="94793"/>
                          <a14:backgroundMark x1="38218" y1="62806" x2="42165" y2="63018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719" t="52849" r="48999"/>
            <a:stretch>
              <a:fillRect/>
            </a:stretch>
          </p:blipFill>
          <p:spPr>
            <a:xfrm>
              <a:off x="4012276" y="7214163"/>
              <a:ext cx="2227811" cy="32336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5112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121</Words>
  <Application>Microsoft Office PowerPoint</Application>
  <PresentationFormat>와이드스크린</PresentationFormat>
  <Paragraphs>18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상황</vt:lpstr>
      <vt:lpstr>프래그마타</vt:lpstr>
      <vt:lpstr>PowerPoint 프레젠테이션</vt:lpstr>
      <vt:lpstr>단의 구성</vt:lpstr>
      <vt:lpstr>PowerPoint 프레젠테이션</vt:lpstr>
      <vt:lpstr>PowerPoint 프레젠테이션</vt:lpstr>
      <vt:lpstr>첫 번째 균열 등장 이야기 구체화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musukie52@gmail.com</cp:lastModifiedBy>
  <cp:revision>6</cp:revision>
  <dcterms:created xsi:type="dcterms:W3CDTF">2026-05-21T04:52:52Z</dcterms:created>
  <dcterms:modified xsi:type="dcterms:W3CDTF">2026-05-22T01:21:39Z</dcterms:modified>
</cp:coreProperties>
</file>