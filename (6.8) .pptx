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4" r:id="rId17"/>
    <p:sldId id="272" r:id="rId18"/>
    <p:sldId id="273" r:id="rId19"/>
    <p:sldId id="275" r:id="rId2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40" d="100"/>
          <a:sy n="40" d="100"/>
        </p:scale>
        <p:origin x="35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766E-FA6C-434E-A0E9-085961F327E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C71E-401C-484B-A322-06F55B91D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9300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766E-FA6C-434E-A0E9-085961F327E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C71E-401C-484B-A322-06F55B91D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70681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766E-FA6C-434E-A0E9-085961F327E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C71E-401C-484B-A322-06F55B91D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541326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766E-FA6C-434E-A0E9-085961F327E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C71E-401C-484B-A322-06F55B91D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487570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766E-FA6C-434E-A0E9-085961F327E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C71E-401C-484B-A322-06F55B91D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1255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766E-FA6C-434E-A0E9-085961F327E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C71E-401C-484B-A322-06F55B91D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28758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766E-FA6C-434E-A0E9-085961F327E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C71E-401C-484B-A322-06F55B91D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142160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766E-FA6C-434E-A0E9-085961F327E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C71E-401C-484B-A322-06F55B91D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22190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766E-FA6C-434E-A0E9-085961F327E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C71E-401C-484B-A322-06F55B91D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35147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766E-FA6C-434E-A0E9-085961F327E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C71E-401C-484B-A322-06F55B91D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27950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B0766E-FA6C-434E-A0E9-085961F327E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98C71E-401C-484B-A322-06F55B91D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07130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B0766E-FA6C-434E-A0E9-085961F327E5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A98C71E-401C-484B-A322-06F55B91DAA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50467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전경 </a:t>
            </a:r>
            <a:r>
              <a:rPr lang="en-US" altLang="ko-KR" smtClean="0"/>
              <a:t>- </a:t>
            </a:r>
            <a:r>
              <a:rPr lang="ko-KR" altLang="en-US" smtClean="0"/>
              <a:t>레퍼런스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알프스</a:t>
            </a:r>
            <a:endParaRPr lang="en-US" altLang="ko-KR" smtClean="0"/>
          </a:p>
          <a:p>
            <a:r>
              <a:rPr lang="ko-KR" altLang="en-US" smtClean="0"/>
              <a:t>몽골 홉스굴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산책 유튜브</a:t>
            </a:r>
            <a:endParaRPr lang="en-US" altLang="ko-KR" smtClean="0"/>
          </a:p>
          <a:p>
            <a:r>
              <a:rPr lang="ko-KR" altLang="en-US" smtClean="0"/>
              <a:t>구글 어스 </a:t>
            </a:r>
            <a:r>
              <a:rPr lang="en-US" altLang="ko-KR" smtClean="0"/>
              <a:t>(Google Earth)</a:t>
            </a:r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42970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ko-KR" altLang="en-US" sz="3600" smtClean="0"/>
              <a:t>나만의 레퍼런스 만들기 </a:t>
            </a:r>
            <a:r>
              <a:rPr lang="en-US" altLang="ko-KR" sz="3600" smtClean="0"/>
              <a:t>– </a:t>
            </a:r>
            <a:r>
              <a:rPr lang="ko-KR" altLang="en-US" sz="3600" smtClean="0"/>
              <a:t>구글 어스</a:t>
            </a:r>
            <a:r>
              <a:rPr lang="en-US" altLang="ko-KR" sz="3600" smtClean="0"/>
              <a:t>/</a:t>
            </a:r>
            <a:r>
              <a:rPr lang="ko-KR" altLang="en-US" sz="3600" smtClean="0"/>
              <a:t>유튜브</a:t>
            </a:r>
            <a:r>
              <a:rPr lang="en-US" altLang="ko-KR" sz="3600" smtClean="0"/>
              <a:t>/</a:t>
            </a:r>
            <a:r>
              <a:rPr lang="ko-KR" altLang="en-US" sz="3600" smtClean="0"/>
              <a:t>핀터레스트</a:t>
            </a:r>
            <a:endParaRPr lang="ko-KR" altLang="en-US" sz="360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02572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304799" y="171450"/>
            <a:ext cx="11582402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368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700" y="150019"/>
            <a:ext cx="11658600" cy="6557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847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333" y="381000"/>
            <a:ext cx="10837334" cy="60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0639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1449"/>
            <a:ext cx="11582400" cy="651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233832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1449"/>
            <a:ext cx="11582400" cy="65151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6527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00" y="457200"/>
            <a:ext cx="10566400" cy="594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68155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92881"/>
            <a:ext cx="11506200" cy="647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50113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4800" y="171450"/>
            <a:ext cx="11582400" cy="6515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0668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92881"/>
            <a:ext cx="11506200" cy="6472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027169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67" y="304800"/>
            <a:ext cx="11108266" cy="6248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9543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" y="235743"/>
            <a:ext cx="11353800" cy="6386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50283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57175"/>
            <a:ext cx="11277600" cy="6343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80566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레퍼런스 보면서 따라 만들기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1743"/>
          </a:xfrm>
        </p:spPr>
        <p:txBody>
          <a:bodyPr>
            <a:normAutofit/>
          </a:bodyPr>
          <a:lstStyle/>
          <a:p>
            <a:r>
              <a:rPr lang="ko-KR" altLang="en-US" smtClean="0"/>
              <a:t>몬스터의 종류를 정리한 표를 만들자</a:t>
            </a:r>
            <a:endParaRPr lang="en-US" altLang="ko-KR" smtClean="0"/>
          </a:p>
          <a:p>
            <a:r>
              <a:rPr lang="ko-KR" altLang="en-US" smtClean="0"/>
              <a:t>외형</a:t>
            </a:r>
            <a:r>
              <a:rPr lang="en-US" altLang="ko-KR" smtClean="0"/>
              <a:t>, </a:t>
            </a:r>
            <a:r>
              <a:rPr lang="ko-KR" altLang="en-US" smtClean="0"/>
              <a:t>난이도</a:t>
            </a:r>
            <a:r>
              <a:rPr lang="en-US" altLang="ko-KR" smtClean="0"/>
              <a:t>, </a:t>
            </a:r>
            <a:r>
              <a:rPr lang="ko-KR" altLang="en-US" smtClean="0"/>
              <a:t>추가적인 특징</a:t>
            </a:r>
            <a:endParaRPr lang="en-US" altLang="ko-KR" smtClean="0"/>
          </a:p>
          <a:p>
            <a:endParaRPr lang="en-US" altLang="ko-KR"/>
          </a:p>
          <a:p>
            <a:r>
              <a:rPr lang="ko-KR" altLang="en-US" smtClean="0"/>
              <a:t>서식 영역 표시</a:t>
            </a:r>
            <a:endParaRPr lang="en-US" altLang="ko-KR" smtClean="0"/>
          </a:p>
          <a:p>
            <a:r>
              <a:rPr lang="ko-KR" altLang="en-US" smtClean="0"/>
              <a:t>투명하게 칠해진 도형을 덧씌워서 필드는 표시하면 된다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몬스터의 정확한 개체 수와 위치를 표시하자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en-US" altLang="ko-KR" smtClean="0"/>
              <a:t>Patrol</a:t>
            </a:r>
            <a:r>
              <a:rPr lang="ko-KR" altLang="en-US" smtClean="0"/>
              <a:t>이면 선으로 그려주자</a:t>
            </a:r>
            <a:r>
              <a:rPr lang="en-US" altLang="ko-KR" smtClean="0"/>
              <a:t>.</a:t>
            </a:r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28980183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레퍼런스 보면서 따라 만들기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79174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mtClean="0"/>
              <a:t>5</a:t>
            </a:r>
            <a:r>
              <a:rPr lang="ko-KR" altLang="en-US" smtClean="0"/>
              <a:t>번 전까지 만들기</a:t>
            </a:r>
            <a:endParaRPr lang="en-US" altLang="ko-KR" smtClean="0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r>
              <a:rPr lang="ko-KR" altLang="en-US" smtClean="0"/>
              <a:t>순찰 같은 것도 표현해보자</a:t>
            </a:r>
            <a:r>
              <a:rPr lang="en-US" altLang="ko-KR" smtClean="0"/>
              <a:t>.</a:t>
            </a:r>
            <a:endParaRPr lang="ko-KR" altLang="en-US" smtClean="0"/>
          </a:p>
        </p:txBody>
      </p:sp>
    </p:spTree>
    <p:extLst>
      <p:ext uri="{BB962C8B-B14F-4D97-AF65-F5344CB8AC3E}">
        <p14:creationId xmlns:p14="http://schemas.microsoft.com/office/powerpoint/2010/main" val="5017270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833" y="673768"/>
            <a:ext cx="11994334" cy="55104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97864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784" y="1414181"/>
            <a:ext cx="7030431" cy="4029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10363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내일할 것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mtClean="0"/>
              <a:t>상호작용 구조물</a:t>
            </a:r>
            <a:endParaRPr lang="en-US" altLang="ko-KR" smtClean="0"/>
          </a:p>
          <a:p>
            <a:r>
              <a:rPr lang="ko-KR" altLang="en-US" smtClean="0"/>
              <a:t>트리거나 트랩</a:t>
            </a:r>
            <a:endParaRPr lang="en-US" altLang="ko-KR" smtClean="0"/>
          </a:p>
          <a:p>
            <a:r>
              <a:rPr lang="en-US" altLang="ko-KR" smtClean="0"/>
              <a:t>Npc</a:t>
            </a:r>
            <a:r>
              <a:rPr lang="ko-KR" altLang="en-US" smtClean="0"/>
              <a:t>의 도움을 받아서 하는 것도 있다</a:t>
            </a:r>
            <a:r>
              <a:rPr lang="en-US" altLang="ko-KR" smtClean="0"/>
              <a:t>.</a:t>
            </a:r>
          </a:p>
          <a:p>
            <a:endParaRPr lang="en-US" altLang="ko-KR"/>
          </a:p>
          <a:p>
            <a:r>
              <a:rPr lang="ko-KR" altLang="en-US" smtClean="0"/>
              <a:t>상호작용 구조물 생각해오기</a:t>
            </a:r>
            <a:endParaRPr lang="en-US" altLang="ko-KR" smtClean="0"/>
          </a:p>
          <a:p>
            <a:endParaRPr lang="en-US" altLang="ko-KR" smtClean="0"/>
          </a:p>
          <a:p>
            <a:r>
              <a:rPr lang="ko-KR" altLang="en-US" smtClean="0"/>
              <a:t>마지막 날 </a:t>
            </a:r>
            <a:r>
              <a:rPr lang="en-US" altLang="ko-KR" smtClean="0"/>
              <a:t>: </a:t>
            </a:r>
            <a:r>
              <a:rPr lang="ko-KR" altLang="en-US" smtClean="0"/>
              <a:t>빠진 부분들을 개괄적으로 소개하고 만드는 시간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003709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101</Words>
  <Application>Microsoft Office PowerPoint</Application>
  <PresentationFormat>와이드스크린</PresentationFormat>
  <Paragraphs>29</Paragraphs>
  <Slides>19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19</vt:i4>
      </vt:variant>
    </vt:vector>
  </HeadingPairs>
  <TitlesOfParts>
    <vt:vector size="22" baseType="lpstr">
      <vt:lpstr>맑은 고딕</vt:lpstr>
      <vt:lpstr>Arial</vt:lpstr>
      <vt:lpstr>Office 테마</vt:lpstr>
      <vt:lpstr>전경 - 레퍼런스</vt:lpstr>
      <vt:lpstr>나만의 레퍼런스 만들기 – 구글 어스/유튜브/핀터레스트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레퍼런스 보면서 따라 만들기</vt:lpstr>
      <vt:lpstr>레퍼런스 보면서 따라 만들기</vt:lpstr>
      <vt:lpstr>PowerPoint 프레젠테이션</vt:lpstr>
      <vt:lpstr>PowerPoint 프레젠테이션</vt:lpstr>
      <vt:lpstr>내일할 것</vt:lpstr>
    </vt:vector>
  </TitlesOfParts>
  <Company>Organization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전경 - 레퍼런스</dc:title>
  <dc:creator>FullName</dc:creator>
  <cp:lastModifiedBy>FullName</cp:lastModifiedBy>
  <cp:revision>7</cp:revision>
  <dcterms:created xsi:type="dcterms:W3CDTF">2026-06-08T05:10:04Z</dcterms:created>
  <dcterms:modified xsi:type="dcterms:W3CDTF">2026-06-08T06:52:16Z</dcterms:modified>
</cp:coreProperties>
</file>