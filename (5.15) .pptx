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6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55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39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06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9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3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68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5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38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34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24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997E5-088E-4ED9-AE2B-096FAF6E8532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32CBB-72C9-4497-A479-E89AFA624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44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홈스위트홈</a:t>
            </a:r>
            <a:r>
              <a:rPr lang="en-US" altLang="ko-KR" smtClean="0"/>
              <a:t>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태국 학교 배경</a:t>
            </a:r>
            <a:endParaRPr lang="en-US" altLang="ko-KR" smtClean="0"/>
          </a:p>
          <a:p>
            <a:r>
              <a:rPr lang="ko-KR" altLang="en-US" smtClean="0"/>
              <a:t>타이틀 화면 </a:t>
            </a:r>
            <a:r>
              <a:rPr lang="en-US" altLang="ko-KR" smtClean="0"/>
              <a:t>: </a:t>
            </a:r>
            <a:r>
              <a:rPr lang="ko-KR" altLang="en-US" smtClean="0"/>
              <a:t>누가 봐도 사람이 오지 않는 장소 배경</a:t>
            </a:r>
            <a:endParaRPr lang="en-US" altLang="ko-KR" smtClean="0"/>
          </a:p>
          <a:p>
            <a:r>
              <a:rPr lang="ko-KR" altLang="en-US" smtClean="0"/>
              <a:t>타이밍이 매우 중요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54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선생님과 영상 해석하면서 보기</a:t>
            </a:r>
            <a:r>
              <a:rPr lang="en-US" altLang="ko-KR" smtClean="0"/>
              <a:t>–</a:t>
            </a:r>
            <a:r>
              <a:rPr lang="ko-KR" altLang="en-US" smtClean="0"/>
              <a:t>데모</a:t>
            </a:r>
            <a:r>
              <a:rPr lang="en-US" altLang="ko-KR" smtClean="0"/>
              <a:t>ver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9495" y="1825625"/>
            <a:ext cx="11053010" cy="4351338"/>
          </a:xfrm>
        </p:spPr>
        <p:txBody>
          <a:bodyPr/>
          <a:lstStyle/>
          <a:p>
            <a:r>
              <a:rPr lang="ko-KR" altLang="en-US" smtClean="0"/>
              <a:t>영상도 알고 보면</a:t>
            </a:r>
            <a:r>
              <a:rPr lang="en-US" altLang="ko-KR" smtClean="0"/>
              <a:t>,</a:t>
            </a:r>
            <a:r>
              <a:rPr lang="ko-KR" altLang="en-US" smtClean="0"/>
              <a:t> 놀면서 공부할 수 있다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플레이의 동선</a:t>
            </a:r>
            <a:r>
              <a:rPr lang="en-US" altLang="ko-KR" smtClean="0"/>
              <a:t>(Waypoint)</a:t>
            </a:r>
            <a:r>
              <a:rPr lang="ko-KR" altLang="en-US" smtClean="0"/>
              <a:t>를 따라가면 각각의 콘텐츠를 만나고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그 콘텐츠들을 만나면서 학습</a:t>
            </a:r>
            <a:r>
              <a:rPr lang="en-US" altLang="ko-KR" smtClean="0"/>
              <a:t>/</a:t>
            </a:r>
            <a:r>
              <a:rPr lang="ko-KR" altLang="en-US" smtClean="0"/>
              <a:t>이야기</a:t>
            </a:r>
            <a:r>
              <a:rPr lang="en-US" altLang="ko-KR" smtClean="0"/>
              <a:t>/</a:t>
            </a:r>
            <a:r>
              <a:rPr lang="ko-KR" altLang="en-US" smtClean="0"/>
              <a:t>난이도의 곡선이 달라진다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게임은 매우 잘 만든 레벨 디자인이다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87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이벤트 박스</a:t>
            </a:r>
            <a:r>
              <a:rPr lang="en-US" altLang="ko-KR" smtClean="0"/>
              <a:t>(Event Box)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 박스가 몇 가지의 조건을 만족시킨다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플레이어 캐릭터가 박스에 </a:t>
            </a:r>
            <a:r>
              <a:rPr lang="en-US" altLang="ko-KR" b="1" smtClean="0"/>
              <a:t>‘</a:t>
            </a:r>
            <a:r>
              <a:rPr lang="ko-KR" altLang="en-US" b="1" smtClean="0"/>
              <a:t>충돌</a:t>
            </a:r>
            <a:r>
              <a:rPr lang="en-US" altLang="ko-KR" b="1" smtClean="0"/>
              <a:t>＇</a:t>
            </a:r>
            <a:r>
              <a:rPr lang="ko-KR" altLang="en-US" smtClean="0"/>
              <a:t>했는가</a:t>
            </a:r>
            <a:endParaRPr lang="en-US" altLang="ko-KR"/>
          </a:p>
          <a:p>
            <a:pPr marL="971550" lvl="1" indent="-514350">
              <a:buFont typeface="+mj-lt"/>
              <a:buAutoNum type="arabicPeriod"/>
            </a:pP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박스에 충돌하면 캐릭터가 </a:t>
            </a:r>
            <a:r>
              <a:rPr lang="en-US" altLang="ko-KR" smtClean="0"/>
              <a:t>‘</a:t>
            </a:r>
            <a:r>
              <a:rPr lang="ko-KR" altLang="en-US" smtClean="0"/>
              <a:t>기침한다</a:t>
            </a:r>
            <a:r>
              <a:rPr lang="en-US" altLang="ko-KR" smtClean="0"/>
              <a:t>‘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smtClean="0"/>
              <a:t>박스에 </a:t>
            </a:r>
            <a:r>
              <a:rPr lang="en-US" altLang="ko-KR" smtClean="0"/>
              <a:t>‘</a:t>
            </a:r>
            <a:r>
              <a:rPr lang="ko-KR" altLang="en-US" smtClean="0"/>
              <a:t>충돌</a:t>
            </a:r>
            <a:r>
              <a:rPr lang="en-US" altLang="ko-KR" smtClean="0"/>
              <a:t>＇</a:t>
            </a:r>
            <a:r>
              <a:rPr lang="ko-KR" altLang="en-US" smtClean="0"/>
              <a:t>하면 </a:t>
            </a:r>
            <a:r>
              <a:rPr lang="en-US" altLang="ko-KR" smtClean="0"/>
              <a:t>-&gt;</a:t>
            </a:r>
            <a:r>
              <a:rPr lang="ko-KR" altLang="en-US" smtClean="0"/>
              <a:t> </a:t>
            </a:r>
            <a:r>
              <a:rPr lang="en-US" altLang="ko-KR" smtClean="0"/>
              <a:t>‘</a:t>
            </a:r>
            <a:r>
              <a:rPr lang="ko-KR" altLang="en-US" smtClean="0"/>
              <a:t>명령</a:t>
            </a:r>
            <a:r>
              <a:rPr lang="en-US" altLang="ko-KR" smtClean="0"/>
              <a:t>(Call)’</a:t>
            </a:r>
            <a:r>
              <a:rPr lang="ko-KR" altLang="en-US" smtClean="0"/>
              <a:t>을</a:t>
            </a:r>
            <a:r>
              <a:rPr lang="en-US" altLang="ko-KR" smtClean="0"/>
              <a:t> </a:t>
            </a:r>
            <a:r>
              <a:rPr lang="ko-KR" altLang="en-US" smtClean="0"/>
              <a:t>하고 </a:t>
            </a:r>
            <a:r>
              <a:rPr lang="en-US" altLang="ko-KR" smtClean="0"/>
              <a:t>-&gt; ‘</a:t>
            </a:r>
            <a:r>
              <a:rPr lang="ko-KR" altLang="en-US" smtClean="0"/>
              <a:t>리소스</a:t>
            </a:r>
            <a:r>
              <a:rPr lang="en-US" altLang="ko-KR" smtClean="0"/>
              <a:t>＇</a:t>
            </a:r>
            <a:r>
              <a:rPr lang="ko-KR" altLang="en-US" smtClean="0"/>
              <a:t>를 호출한다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리소스 </a:t>
            </a:r>
            <a:r>
              <a:rPr lang="en-US" altLang="ko-KR" smtClean="0"/>
              <a:t>: 2D, 3D </a:t>
            </a:r>
            <a:r>
              <a:rPr lang="ko-KR" altLang="en-US" smtClean="0"/>
              <a:t>이미지</a:t>
            </a:r>
            <a:r>
              <a:rPr lang="en-US" altLang="ko-KR" smtClean="0"/>
              <a:t>, </a:t>
            </a:r>
            <a:r>
              <a:rPr lang="ko-KR" altLang="en-US" smtClean="0"/>
              <a:t>아이템</a:t>
            </a:r>
            <a:r>
              <a:rPr lang="en-US" altLang="ko-KR" smtClean="0"/>
              <a:t>, </a:t>
            </a:r>
            <a:r>
              <a:rPr lang="ko-KR" altLang="en-US" smtClean="0"/>
              <a:t>애니메이션</a:t>
            </a:r>
            <a:r>
              <a:rPr lang="en-US" altLang="ko-KR" smtClean="0"/>
              <a:t>, </a:t>
            </a:r>
            <a:r>
              <a:rPr lang="ko-KR" altLang="en-US" smtClean="0"/>
              <a:t>이펙트</a:t>
            </a:r>
            <a:r>
              <a:rPr lang="en-US" altLang="ko-KR" smtClean="0"/>
              <a:t>, </a:t>
            </a:r>
            <a:r>
              <a:rPr lang="ko-KR" altLang="en-US" smtClean="0"/>
              <a:t>사운드</a:t>
            </a:r>
            <a:r>
              <a:rPr lang="en-US" altLang="ko-KR" smtClean="0"/>
              <a:t>, </a:t>
            </a:r>
            <a:r>
              <a:rPr lang="ko-KR" altLang="en-US" smtClean="0"/>
              <a:t>동영상</a:t>
            </a:r>
            <a:r>
              <a:rPr lang="en-US" altLang="ko-KR" smtClean="0"/>
              <a:t>, </a:t>
            </a:r>
            <a:r>
              <a:rPr lang="ko-KR" altLang="en-US" smtClean="0"/>
              <a:t>컷씬</a:t>
            </a:r>
            <a:r>
              <a:rPr lang="en-US" altLang="ko-KR" smtClean="0"/>
              <a:t>(</a:t>
            </a:r>
            <a:r>
              <a:rPr lang="ko-KR" altLang="en-US" smtClean="0"/>
              <a:t>조작 가능</a:t>
            </a:r>
            <a:r>
              <a:rPr lang="en-US" altLang="ko-KR" smtClean="0"/>
              <a:t>,</a:t>
            </a:r>
            <a:r>
              <a:rPr lang="ko-KR" altLang="en-US" smtClean="0"/>
              <a:t>불가능한 영역을 모두 포함</a:t>
            </a:r>
            <a:r>
              <a:rPr lang="en-US" altLang="ko-KR" smtClean="0"/>
              <a:t>) - </a:t>
            </a:r>
            <a:r>
              <a:rPr lang="ko-KR" altLang="en-US" smtClean="0"/>
              <a:t>프리 컷씬</a:t>
            </a:r>
            <a:r>
              <a:rPr lang="en-US" altLang="ko-KR"/>
              <a:t>(</a:t>
            </a:r>
            <a:r>
              <a:rPr lang="ko-KR" altLang="en-US" smtClean="0"/>
              <a:t>주인공 캐릭터가 조작 가능한 영역</a:t>
            </a:r>
            <a:r>
              <a:rPr lang="en-US" altLang="ko-KR" smtClean="0"/>
              <a:t>), UI, </a:t>
            </a:r>
            <a:r>
              <a:rPr lang="ko-KR" altLang="en-US" smtClean="0"/>
              <a:t>스크린 이펙트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Volume In : </a:t>
            </a:r>
            <a:r>
              <a:rPr lang="ko-KR" altLang="en-US" smtClean="0"/>
              <a:t>박스 안에 들어간 상태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Volume Out : </a:t>
            </a:r>
            <a:r>
              <a:rPr lang="ko-KR" altLang="en-US" smtClean="0"/>
              <a:t>박스 밖으로 나간 상태</a:t>
            </a:r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15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이벤트 박스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조건 인자를 추가하면</a:t>
            </a:r>
            <a:r>
              <a:rPr lang="en-US" altLang="ko-KR" smtClean="0"/>
              <a:t>, </a:t>
            </a:r>
            <a:r>
              <a:rPr lang="ko-KR" altLang="en-US" smtClean="0"/>
              <a:t>더 다양한 이벤트를 만들 수 있다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Time : </a:t>
            </a:r>
            <a:r>
              <a:rPr lang="ko-KR" altLang="en-US" smtClean="0"/>
              <a:t>박스에 충돌하고 </a:t>
            </a:r>
            <a:r>
              <a:rPr lang="en-US" altLang="ko-KR" smtClean="0"/>
              <a:t>10</a:t>
            </a:r>
            <a:r>
              <a:rPr lang="ko-KR" altLang="en-US" smtClean="0"/>
              <a:t>초 후에 호출해</a:t>
            </a:r>
            <a:endParaRPr lang="en-US" altLang="ko-KR" smtClean="0"/>
          </a:p>
          <a:p>
            <a:pPr lvl="1"/>
            <a:r>
              <a:rPr lang="en-US" altLang="ko-KR" smtClean="0"/>
              <a:t>PC</a:t>
            </a:r>
            <a:r>
              <a:rPr lang="ko-KR" altLang="en-US" smtClean="0"/>
              <a:t>의 </a:t>
            </a:r>
            <a:r>
              <a:rPr lang="en-US" altLang="ko-KR" smtClean="0"/>
              <a:t>DB : </a:t>
            </a:r>
            <a:r>
              <a:rPr lang="ko-KR" altLang="en-US" smtClean="0"/>
              <a:t>캐릭터의 레벨</a:t>
            </a:r>
            <a:r>
              <a:rPr lang="en-US" altLang="ko-KR" smtClean="0"/>
              <a:t>, </a:t>
            </a:r>
            <a:r>
              <a:rPr lang="ko-KR" altLang="en-US" smtClean="0"/>
              <a:t>맵에 들어온 횟수 등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이벤트 박스 말고도</a:t>
            </a:r>
            <a:r>
              <a:rPr lang="ko-KR" altLang="en-US" smtClean="0">
                <a:solidFill>
                  <a:srgbClr val="7030A0"/>
                </a:solidFill>
              </a:rPr>
              <a:t> </a:t>
            </a:r>
            <a:r>
              <a:rPr lang="en-US" altLang="ko-KR" b="1" smtClean="0">
                <a:solidFill>
                  <a:schemeClr val="accent6"/>
                </a:solidFill>
              </a:rPr>
              <a:t>‘</a:t>
            </a:r>
            <a:r>
              <a:rPr lang="ko-KR" altLang="en-US" b="1" smtClean="0">
                <a:solidFill>
                  <a:schemeClr val="accent6"/>
                </a:solidFill>
              </a:rPr>
              <a:t>트리거</a:t>
            </a:r>
            <a:r>
              <a:rPr lang="en-US" altLang="ko-KR" b="1" smtClean="0">
                <a:solidFill>
                  <a:schemeClr val="accent6"/>
                </a:solidFill>
              </a:rPr>
              <a:t>＇</a:t>
            </a:r>
            <a:r>
              <a:rPr lang="ko-KR" altLang="en-US" smtClean="0"/>
              <a:t>가 있다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en-US" altLang="ko-KR" b="1" smtClean="0"/>
              <a:t>‘</a:t>
            </a:r>
            <a:r>
              <a:rPr lang="ko-KR" altLang="en-US" b="1" smtClean="0"/>
              <a:t>레버</a:t>
            </a:r>
            <a:r>
              <a:rPr lang="en-US" altLang="ko-KR" b="1" smtClean="0"/>
              <a:t>’</a:t>
            </a:r>
            <a:r>
              <a:rPr lang="ko-KR" altLang="en-US" smtClean="0"/>
              <a:t>로 문을 열고 닫기</a:t>
            </a:r>
            <a:r>
              <a:rPr lang="en-US" altLang="ko-KR" smtClean="0"/>
              <a:t>, </a:t>
            </a:r>
            <a:r>
              <a:rPr lang="en-US" altLang="ko-KR" b="1" smtClean="0"/>
              <a:t>‘</a:t>
            </a:r>
            <a:r>
              <a:rPr lang="ko-KR" altLang="en-US" b="1" smtClean="0"/>
              <a:t>버튼</a:t>
            </a:r>
            <a:r>
              <a:rPr lang="en-US" altLang="ko-KR" b="1" smtClean="0"/>
              <a:t>’</a:t>
            </a:r>
            <a:r>
              <a:rPr lang="ko-KR" altLang="en-US" smtClean="0"/>
              <a:t>으로 불 켜고 끄기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26817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선생님과 해석하면서 영상 보기</a:t>
            </a:r>
            <a:r>
              <a:rPr lang="en-US" altLang="ko-KR" smtClean="0"/>
              <a:t>–</a:t>
            </a:r>
            <a:r>
              <a:rPr lang="ko-KR" altLang="en-US" smtClean="0"/>
              <a:t>데모</a:t>
            </a:r>
            <a:r>
              <a:rPr lang="en-US" altLang="ko-KR" smtClean="0"/>
              <a:t>ver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튜토리얼에 필요한 버튼같은 정보를 띄운다</a:t>
            </a:r>
            <a:endParaRPr lang="en-US" altLang="ko-KR" smtClean="0"/>
          </a:p>
          <a:p>
            <a:r>
              <a:rPr lang="ko-KR" altLang="en-US" smtClean="0"/>
              <a:t>오브젝트에 가까이 다가가면 아이템을 획득</a:t>
            </a:r>
            <a:endParaRPr lang="en-US" altLang="ko-KR" smtClean="0"/>
          </a:p>
          <a:p>
            <a:r>
              <a:rPr lang="ko-KR" altLang="en-US" smtClean="0"/>
              <a:t>보이지 않는 이벤트 박스에 충돌하면 여러 가지 이벤트들이 발생한다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기침</a:t>
            </a:r>
            <a:r>
              <a:rPr lang="en-US" altLang="ko-KR" smtClean="0"/>
              <a:t>, </a:t>
            </a:r>
            <a:r>
              <a:rPr lang="ko-KR" altLang="en-US" smtClean="0"/>
              <a:t>대사</a:t>
            </a:r>
            <a:r>
              <a:rPr lang="en-US" altLang="ko-KR" smtClean="0"/>
              <a:t>, </a:t>
            </a:r>
            <a:r>
              <a:rPr lang="ko-KR" altLang="en-US" smtClean="0"/>
              <a:t>배경음악이 바뀜 등</a:t>
            </a:r>
            <a:endParaRPr lang="en-US" altLang="ko-KR"/>
          </a:p>
          <a:p>
            <a:r>
              <a:rPr lang="ko-KR" altLang="en-US" smtClean="0"/>
              <a:t>아이템을 가지고 있으면 발동하는 트리거</a:t>
            </a:r>
            <a:endParaRPr lang="en-US" altLang="ko-KR" smtClean="0"/>
          </a:p>
          <a:p>
            <a:r>
              <a:rPr lang="ko-KR" altLang="en-US" smtClean="0"/>
              <a:t>문을 열면 귀신 캐릭터가 움직인다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계단을 내려갈 때 특정 위치에 캐릭터가 도달하면 위에서 오브젝트가 떨어진다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58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선생님과 해석하면서 영상 보기</a:t>
            </a:r>
            <a:r>
              <a:rPr lang="en-US" altLang="ko-KR" smtClean="0"/>
              <a:t>–</a:t>
            </a:r>
            <a:r>
              <a:rPr lang="ko-KR" altLang="en-US" smtClean="0"/>
              <a:t>데모</a:t>
            </a:r>
            <a:r>
              <a:rPr lang="en-US" altLang="ko-KR" smtClean="0"/>
              <a:t>ver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2035" y="3406525"/>
            <a:ext cx="4441765" cy="2770438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여러 마리의 귀신들이 맵에 세팅돼있음</a:t>
            </a:r>
            <a:endParaRPr lang="en-US" altLang="ko-KR" smtClean="0"/>
          </a:p>
          <a:p>
            <a:r>
              <a:rPr lang="ko-KR" altLang="en-US" smtClean="0"/>
              <a:t>각각의 이벤트 후 각각의 귀신들은 사라짐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61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선생님과 해석하면서 영상 보기</a:t>
            </a:r>
            <a:r>
              <a:rPr lang="en-US" altLang="ko-KR" smtClean="0"/>
              <a:t>–</a:t>
            </a:r>
            <a:r>
              <a:rPr lang="ko-KR" altLang="en-US" smtClean="0"/>
              <a:t>데모</a:t>
            </a:r>
            <a:r>
              <a:rPr lang="en-US" altLang="ko-KR" smtClean="0"/>
              <a:t>ver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17621" y="1825625"/>
            <a:ext cx="10956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문을 열면 트리거가 </a:t>
            </a:r>
            <a:r>
              <a:rPr lang="en-US" altLang="ko-KR" smtClean="0"/>
              <a:t>‘on’</a:t>
            </a:r>
            <a:r>
              <a:rPr lang="ko-KR" altLang="en-US" smtClean="0"/>
              <a:t>되고</a:t>
            </a:r>
            <a:r>
              <a:rPr lang="en-US" altLang="ko-KR" smtClean="0"/>
              <a:t>, </a:t>
            </a:r>
            <a:r>
              <a:rPr lang="ko-KR" altLang="en-US" smtClean="0"/>
              <a:t>플레이어 캐릭터는 같은 모양의 다른 장소로 워프됨</a:t>
            </a:r>
            <a:r>
              <a:rPr lang="en-US" altLang="ko-KR" smtClean="0"/>
              <a:t>. (</a:t>
            </a:r>
            <a:r>
              <a:rPr lang="ko-KR" altLang="en-US" smtClean="0"/>
              <a:t>없던 피가 바닥에 생기고</a:t>
            </a:r>
            <a:r>
              <a:rPr lang="en-US" altLang="ko-KR" smtClean="0"/>
              <a:t>, </a:t>
            </a:r>
            <a:r>
              <a:rPr lang="ko-KR" altLang="en-US" smtClean="0"/>
              <a:t>맵의 구조가 바뀜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문을 열때마다 다른 맵으로 워프함</a:t>
            </a:r>
            <a:endParaRPr lang="en-US" altLang="ko-KR"/>
          </a:p>
          <a:p>
            <a:r>
              <a:rPr lang="ko-KR" altLang="en-US" smtClean="0"/>
              <a:t>플레이어는 소녀 귀신이 머리가 돌아가고 소리를 지른 후 따라온다는 것을</a:t>
            </a:r>
            <a:r>
              <a:rPr lang="en-US" altLang="ko-KR" smtClean="0"/>
              <a:t>,</a:t>
            </a:r>
            <a:r>
              <a:rPr lang="ko-KR" altLang="en-US" smtClean="0"/>
              <a:t> 사물함에 숨어서 숨구멍을 통해 피의 포탈이 귀신의 이동 통로임을 </a:t>
            </a:r>
            <a:r>
              <a:rPr lang="en-US" altLang="ko-KR" b="1" smtClean="0"/>
              <a:t>‘</a:t>
            </a:r>
            <a:r>
              <a:rPr lang="ko-KR" altLang="en-US" b="1" smtClean="0"/>
              <a:t>학습</a:t>
            </a:r>
            <a:r>
              <a:rPr lang="en-US" altLang="ko-KR" b="1" smtClean="0"/>
              <a:t>＇</a:t>
            </a:r>
            <a:r>
              <a:rPr lang="ko-KR" altLang="en-US" smtClean="0"/>
              <a:t>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퀘스트 조건 아이템을 획득했는가를 확인하고</a:t>
            </a:r>
            <a:r>
              <a:rPr lang="en-US" altLang="ko-KR" smtClean="0"/>
              <a:t>, </a:t>
            </a:r>
            <a:r>
              <a:rPr lang="ko-KR" altLang="en-US" smtClean="0"/>
              <a:t>획득하면 바로 귀신이 나오는 게 아니라 시간이 몇 초 지난 후 귀신이 등장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740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선생님과 해석하면서 영상 보기</a:t>
            </a:r>
            <a:r>
              <a:rPr lang="en-US" altLang="ko-KR" smtClean="0"/>
              <a:t>–</a:t>
            </a:r>
            <a:r>
              <a:rPr lang="ko-KR" altLang="en-US" smtClean="0"/>
              <a:t>데모</a:t>
            </a:r>
            <a:r>
              <a:rPr lang="en-US" altLang="ko-KR" smtClean="0"/>
              <a:t>ver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17621" y="1825625"/>
            <a:ext cx="10956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귀신이 들어간 방으로 플레이어가 들어가도록 유도</a:t>
            </a:r>
            <a:endParaRPr lang="en-US" altLang="ko-KR" smtClean="0"/>
          </a:p>
          <a:p>
            <a:r>
              <a:rPr lang="ko-KR" altLang="en-US" smtClean="0"/>
              <a:t>나무 판자를 건드리면</a:t>
            </a:r>
            <a:r>
              <a:rPr lang="en-US" altLang="ko-KR" smtClean="0"/>
              <a:t>, </a:t>
            </a:r>
            <a:r>
              <a:rPr lang="ko-KR" altLang="en-US" smtClean="0"/>
              <a:t>아이템이 필요함을 성우 대사로 유저에게 알려주고</a:t>
            </a:r>
            <a:r>
              <a:rPr lang="en-US" altLang="ko-KR" smtClean="0"/>
              <a:t>, </a:t>
            </a:r>
            <a:r>
              <a:rPr lang="ko-KR" altLang="en-US" smtClean="0"/>
              <a:t>원래는 닫혀있던 문에서 귀신이 나옴으로서 플레이어는 닫혀있던 방으로 들어갈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 곳에서 빠루를 발견하고</a:t>
            </a:r>
            <a:r>
              <a:rPr lang="en-US" altLang="ko-KR" smtClean="0"/>
              <a:t>, </a:t>
            </a:r>
            <a:r>
              <a:rPr lang="ko-KR" altLang="en-US" smtClean="0"/>
              <a:t>그걸 건드리면 </a:t>
            </a:r>
            <a:r>
              <a:rPr lang="en-US" altLang="ko-KR" b="1" smtClean="0"/>
              <a:t>‘</a:t>
            </a:r>
            <a:r>
              <a:rPr lang="ko-KR" altLang="en-US" b="1" smtClean="0"/>
              <a:t>트리거</a:t>
            </a:r>
            <a:r>
              <a:rPr lang="en-US" altLang="ko-KR" b="1" smtClean="0"/>
              <a:t>’</a:t>
            </a:r>
            <a:r>
              <a:rPr lang="ko-KR" altLang="en-US" smtClean="0"/>
              <a:t>가 발동되면서 몇 초 뒤에 귀신이 화장실 안으로 들어온다</a:t>
            </a:r>
            <a:r>
              <a:rPr lang="en-US" altLang="ko-KR" smtClean="0"/>
              <a:t>.</a:t>
            </a:r>
          </a:p>
          <a:p>
            <a:endParaRPr lang="en-US" altLang="ko-KR" b="1"/>
          </a:p>
          <a:p>
            <a:r>
              <a:rPr lang="ko-KR" altLang="en-US" smtClean="0"/>
              <a:t>프리 컷씬 </a:t>
            </a:r>
            <a:r>
              <a:rPr lang="en-US" altLang="ko-KR" smtClean="0"/>
              <a:t>=&gt; </a:t>
            </a:r>
            <a:r>
              <a:rPr lang="ko-KR" altLang="en-US" smtClean="0"/>
              <a:t>배경에 프리 컷씬을 두는 건</a:t>
            </a:r>
            <a:r>
              <a:rPr lang="en-US" altLang="ko-KR" smtClean="0"/>
              <a:t>, </a:t>
            </a:r>
            <a:r>
              <a:rPr lang="ko-KR" altLang="en-US" smtClean="0"/>
              <a:t>유의미한 디자인 설계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79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7621" y="365125"/>
            <a:ext cx="10956758" cy="1325563"/>
          </a:xfrm>
        </p:spPr>
        <p:txBody>
          <a:bodyPr/>
          <a:lstStyle/>
          <a:p>
            <a:r>
              <a:rPr lang="ko-KR" altLang="en-US" smtClean="0"/>
              <a:t>선생님과 해석하면서 영상 보기</a:t>
            </a:r>
            <a:r>
              <a:rPr lang="en-US" altLang="ko-KR" smtClean="0"/>
              <a:t>–</a:t>
            </a:r>
            <a:r>
              <a:rPr lang="ko-KR" altLang="en-US" smtClean="0"/>
              <a:t>데모</a:t>
            </a:r>
            <a:r>
              <a:rPr lang="en-US" altLang="ko-KR" smtClean="0"/>
              <a:t>ver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17621" y="1825625"/>
            <a:ext cx="10956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타이밍을 뺏는 것 </a:t>
            </a:r>
            <a:r>
              <a:rPr lang="en-US" altLang="ko-KR" smtClean="0"/>
              <a:t>: </a:t>
            </a:r>
            <a:r>
              <a:rPr lang="ko-KR" altLang="en-US" smtClean="0"/>
              <a:t>플레이어가 예상을 하고 숨어서 대기할 때는 귀신이 나오지 않다가</a:t>
            </a:r>
            <a:r>
              <a:rPr lang="en-US" altLang="ko-KR" smtClean="0"/>
              <a:t>, </a:t>
            </a:r>
            <a:r>
              <a:rPr lang="ko-KR" altLang="en-US" smtClean="0"/>
              <a:t>안심하고 나가서 복도로 돌자 귀신이 나온다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페이즈 </a:t>
            </a:r>
            <a:r>
              <a:rPr lang="en-US" altLang="ko-KR" smtClean="0"/>
              <a:t>1 : </a:t>
            </a:r>
            <a:r>
              <a:rPr lang="ko-KR" altLang="en-US" smtClean="0"/>
              <a:t>귀신은 같은 자리를 맴돈다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페이즈 </a:t>
            </a:r>
            <a:r>
              <a:rPr lang="en-US" altLang="ko-KR" smtClean="0"/>
              <a:t>2 : </a:t>
            </a:r>
            <a:r>
              <a:rPr lang="ko-KR" altLang="en-US" smtClean="0"/>
              <a:t>플레이어가 일정 구간에 다다르면</a:t>
            </a:r>
            <a:r>
              <a:rPr lang="en-US" altLang="ko-KR" smtClean="0"/>
              <a:t>, </a:t>
            </a:r>
            <a:r>
              <a:rPr lang="ko-KR" altLang="en-US" smtClean="0"/>
              <a:t>귀신의 순찰 이동 경로가 바뀐다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라디오 소리때문에 귀신이 올 줄 알고 플레이어가 귀신을 예상했으나</a:t>
            </a:r>
            <a:r>
              <a:rPr lang="en-US" altLang="ko-KR" smtClean="0"/>
              <a:t>, </a:t>
            </a:r>
            <a:r>
              <a:rPr lang="ko-KR" altLang="en-US" smtClean="0"/>
              <a:t>귀신이 오지 않는다</a:t>
            </a:r>
            <a:r>
              <a:rPr lang="en-US" altLang="ko-KR" smtClean="0"/>
              <a:t>. </a:t>
            </a:r>
            <a:r>
              <a:rPr lang="ko-KR" altLang="en-US" smtClean="0"/>
              <a:t>잘 만든 공포 디자인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22420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7621" y="365125"/>
            <a:ext cx="10956758" cy="1325563"/>
          </a:xfrm>
        </p:spPr>
        <p:txBody>
          <a:bodyPr/>
          <a:lstStyle/>
          <a:p>
            <a:r>
              <a:rPr lang="ko-KR" altLang="en-US" smtClean="0"/>
              <a:t>선생님과 해석하면서 영상 보기</a:t>
            </a:r>
            <a:r>
              <a:rPr lang="en-US" altLang="ko-KR" smtClean="0"/>
              <a:t>–</a:t>
            </a:r>
            <a:r>
              <a:rPr lang="ko-KR" altLang="en-US" smtClean="0"/>
              <a:t>정식</a:t>
            </a:r>
            <a:r>
              <a:rPr lang="en-US" altLang="ko-KR" smtClean="0"/>
              <a:t>ver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17621" y="1825625"/>
            <a:ext cx="10956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공포는 뻔하지 않은 전개로 이어져야 더 무서운데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정식 </a:t>
            </a:r>
            <a:r>
              <a:rPr lang="en-US" altLang="ko-KR" smtClean="0"/>
              <a:t>version</a:t>
            </a:r>
            <a:r>
              <a:rPr lang="ko-KR" altLang="en-US" smtClean="0"/>
              <a:t>에서는 데모 </a:t>
            </a:r>
            <a:r>
              <a:rPr lang="en-US" altLang="ko-KR" smtClean="0"/>
              <a:t>version</a:t>
            </a:r>
            <a:r>
              <a:rPr lang="ko-KR" altLang="en-US" smtClean="0"/>
              <a:t>과 달리 뻔한 전개로 바뀐 부분이 많다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71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맵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 박스를 미리 계획해서 맵을 만들어보자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반드시 일어나야 되는 이벤트는 박스를 플레이어가 놓칠 틈 없게 크기를 조절한다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박스에 </a:t>
            </a:r>
            <a:r>
              <a:rPr lang="en-US" altLang="ko-KR" smtClean="0"/>
              <a:t>A1</a:t>
            </a:r>
            <a:r>
              <a:rPr lang="ko-KR" altLang="en-US" smtClean="0"/>
              <a:t>같은 이름을 붙히고</a:t>
            </a:r>
            <a:r>
              <a:rPr lang="en-US" altLang="ko-KR" smtClean="0"/>
              <a:t>, </a:t>
            </a:r>
            <a:r>
              <a:rPr lang="ko-KR" altLang="en-US" smtClean="0"/>
              <a:t>이벤트 구현 내용을 적어준다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박스에 색과 선에 투명도를 넣자</a:t>
            </a:r>
            <a:r>
              <a:rPr lang="en-US" altLang="ko-KR" smtClean="0"/>
              <a:t>(55, 77% </a:t>
            </a:r>
            <a:r>
              <a:rPr lang="ko-KR" altLang="en-US" smtClean="0"/>
              <a:t>정도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644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1409418"/>
            <a:ext cx="7230484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3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595</Words>
  <Application>Microsoft Office PowerPoint</Application>
  <PresentationFormat>와이드스크린</PresentationFormat>
  <Paragraphs>63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[홈스위트홈] - 수탉</vt:lpstr>
      <vt:lpstr>선생님과 영상 해석하면서 보기–데모ver</vt:lpstr>
      <vt:lpstr>이벤트 박스(Event Box)</vt:lpstr>
      <vt:lpstr>이벤트 박스</vt:lpstr>
      <vt:lpstr>선생님과 해석하면서 영상 보기–데모ver</vt:lpstr>
      <vt:lpstr>선생님과 해석하면서 영상 보기–데모ver</vt:lpstr>
      <vt:lpstr>선생님과 해석하면서 영상 보기–데모ver</vt:lpstr>
      <vt:lpstr>선생님과 해석하면서 영상 보기–데모ver</vt:lpstr>
      <vt:lpstr>선생님과 해석하면서 영상 보기–데모ver</vt:lpstr>
      <vt:lpstr>선생님과 해석하면서 영상 보기–정식ver</vt:lpstr>
      <vt:lpstr>내 맵 만들기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[홈스위트홈] - 수탉</dc:title>
  <dc:creator>FullName</dc:creator>
  <cp:lastModifiedBy>FullName</cp:lastModifiedBy>
  <cp:revision>10</cp:revision>
  <dcterms:created xsi:type="dcterms:W3CDTF">2026-05-15T05:02:54Z</dcterms:created>
  <dcterms:modified xsi:type="dcterms:W3CDTF">2026-05-15T06:50:16Z</dcterms:modified>
</cp:coreProperties>
</file>