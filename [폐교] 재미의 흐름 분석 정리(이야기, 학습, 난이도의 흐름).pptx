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28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816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56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738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49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37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245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68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01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5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1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67F6D-E56F-41CB-BC1D-918D7CDB9902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E4871-B796-43E6-A3C8-EDB3D3E946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77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폐교 플레이 흐름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smtClean="0"/>
              <a:t>[ </a:t>
            </a:r>
            <a:r>
              <a:rPr lang="ko-KR" altLang="en-US" sz="2000" smtClean="0"/>
              <a:t>플레이 동선</a:t>
            </a:r>
            <a:r>
              <a:rPr lang="en-US" altLang="ko-KR" sz="2000" smtClean="0"/>
              <a:t> ]</a:t>
            </a:r>
          </a:p>
          <a:p>
            <a:r>
              <a:rPr lang="en-US" altLang="ko-KR" sz="2000" smtClean="0"/>
              <a:t>1</a:t>
            </a:r>
            <a:r>
              <a:rPr lang="ko-KR" altLang="en-US" sz="2000" smtClean="0"/>
              <a:t>층 </a:t>
            </a:r>
            <a:r>
              <a:rPr lang="en-US" altLang="ko-KR" sz="2000" smtClean="0"/>
              <a:t>-&gt; 3</a:t>
            </a:r>
            <a:r>
              <a:rPr lang="ko-KR" altLang="en-US" sz="2000" smtClean="0"/>
              <a:t>층 </a:t>
            </a:r>
            <a:r>
              <a:rPr lang="en-US" altLang="ko-KR" sz="2000" smtClean="0"/>
              <a:t>-&gt; 2</a:t>
            </a:r>
            <a:r>
              <a:rPr lang="ko-KR" altLang="en-US" sz="2000" smtClean="0"/>
              <a:t>층 </a:t>
            </a:r>
            <a:r>
              <a:rPr lang="en-US" altLang="ko-KR" sz="2000" smtClean="0"/>
              <a:t>-&gt; </a:t>
            </a:r>
            <a:r>
              <a:rPr lang="ko-KR" altLang="en-US" sz="2000" smtClean="0"/>
              <a:t>강당</a:t>
            </a:r>
            <a:endParaRPr lang="en-US" altLang="ko-KR" sz="2000" smtClean="0"/>
          </a:p>
          <a:p>
            <a:pPr marL="0" indent="0">
              <a:buNone/>
            </a:pPr>
            <a:endParaRPr lang="en-US" altLang="ko-KR" sz="2000"/>
          </a:p>
          <a:p>
            <a:pPr marL="0" indent="0">
              <a:buNone/>
            </a:pPr>
            <a:r>
              <a:rPr lang="en-US" altLang="ko-KR" sz="2000" smtClean="0"/>
              <a:t>[ </a:t>
            </a:r>
            <a:r>
              <a:rPr lang="ko-KR" altLang="en-US" sz="2000" smtClean="0"/>
              <a:t>이야기의 흐름 </a:t>
            </a:r>
            <a:r>
              <a:rPr lang="en-US" altLang="ko-KR" sz="2000" smtClean="0"/>
              <a:t>]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816657"/>
              </p:ext>
            </p:extLst>
          </p:nvPr>
        </p:nvGraphicFramePr>
        <p:xfrm>
          <a:off x="1197033" y="3591097"/>
          <a:ext cx="9797934" cy="27208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5601">
                  <a:extLst>
                    <a:ext uri="{9D8B030D-6E8A-4147-A177-3AD203B41FA5}">
                      <a16:colId xmlns:a16="http://schemas.microsoft.com/office/drawing/2014/main" val="3608807230"/>
                    </a:ext>
                  </a:extLst>
                </a:gridCol>
                <a:gridCol w="7372333">
                  <a:extLst>
                    <a:ext uri="{9D8B030D-6E8A-4147-A177-3AD203B41FA5}">
                      <a16:colId xmlns:a16="http://schemas.microsoft.com/office/drawing/2014/main" val="3666843011"/>
                    </a:ext>
                  </a:extLst>
                </a:gridCol>
              </a:tblGrid>
              <a:tr h="38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smtClean="0"/>
                        <a:t>구간</a:t>
                      </a:r>
                      <a:endParaRPr lang="ko-KR" altLang="en-US" sz="15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 smtClean="0"/>
                        <a:t>이야기</a:t>
                      </a:r>
                      <a:endParaRPr lang="ko-KR" altLang="en-US" sz="15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167153"/>
                  </a:ext>
                </a:extLst>
              </a:tr>
              <a:tr h="3886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smtClean="0"/>
                        <a:t>1</a:t>
                      </a:r>
                      <a:r>
                        <a:rPr lang="ko-KR" altLang="en-US" sz="1500" smtClean="0"/>
                        <a:t>층</a:t>
                      </a:r>
                      <a:endParaRPr lang="ko-KR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smtClean="0"/>
                        <a:t>각 교실 탐험</a:t>
                      </a:r>
                      <a:r>
                        <a:rPr lang="en-US" altLang="ko-KR" sz="1500" smtClean="0"/>
                        <a:t>, </a:t>
                      </a:r>
                      <a:r>
                        <a:rPr lang="ko-KR" altLang="en-US" sz="1500" smtClean="0"/>
                        <a:t>안전 지대 발견</a:t>
                      </a:r>
                      <a:r>
                        <a:rPr lang="en-US" altLang="ko-KR" sz="1500" smtClean="0"/>
                        <a:t>, 2</a:t>
                      </a:r>
                      <a:r>
                        <a:rPr lang="ko-KR" altLang="en-US" sz="1500" smtClean="0"/>
                        <a:t>층으로 넘어가는 구간에서 환영체와 조우</a:t>
                      </a:r>
                      <a:endParaRPr lang="ko-KR" alt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392295"/>
                  </a:ext>
                </a:extLst>
              </a:tr>
              <a:tr h="3886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smtClean="0"/>
                        <a:t>2</a:t>
                      </a:r>
                      <a:r>
                        <a:rPr lang="ko-KR" altLang="en-US" sz="1500" smtClean="0"/>
                        <a:t>층</a:t>
                      </a:r>
                      <a:endParaRPr lang="ko-KR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611027"/>
                  </a:ext>
                </a:extLst>
              </a:tr>
              <a:tr h="3886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smtClean="0"/>
                        <a:t>3</a:t>
                      </a:r>
                      <a:r>
                        <a:rPr lang="ko-KR" altLang="en-US" sz="1500" smtClean="0"/>
                        <a:t>층</a:t>
                      </a:r>
                      <a:endParaRPr lang="ko-KR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366090"/>
                  </a:ext>
                </a:extLst>
              </a:tr>
              <a:tr h="3886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smtClean="0"/>
                        <a:t>2</a:t>
                      </a:r>
                      <a:r>
                        <a:rPr lang="ko-KR" altLang="en-US" sz="1500" smtClean="0"/>
                        <a:t>층 재방문</a:t>
                      </a:r>
                      <a:endParaRPr lang="ko-KR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716276"/>
                  </a:ext>
                </a:extLst>
              </a:tr>
              <a:tr h="38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smtClean="0"/>
                        <a:t>환영 체험</a:t>
                      </a:r>
                      <a:endParaRPr lang="ko-KR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998606"/>
                  </a:ext>
                </a:extLst>
              </a:tr>
              <a:tr h="38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smtClean="0"/>
                        <a:t>보스전</a:t>
                      </a:r>
                      <a:endParaRPr lang="ko-KR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03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38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이야기의 흐름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92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</Words>
  <Application>Microsoft Office PowerPoint</Application>
  <PresentationFormat>와이드스크린</PresentationFormat>
  <Paragraphs>15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[폐교 플레이 흐름]</vt:lpstr>
      <vt:lpstr>이야기의 흐름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[폐교 플레이 흐름]</dc:title>
  <dc:creator>FullName</dc:creator>
  <cp:lastModifiedBy>FullName</cp:lastModifiedBy>
  <cp:revision>1</cp:revision>
  <dcterms:created xsi:type="dcterms:W3CDTF">2026-06-10T06:39:38Z</dcterms:created>
  <dcterms:modified xsi:type="dcterms:W3CDTF">2026-06-10T06:55:06Z</dcterms:modified>
</cp:coreProperties>
</file>